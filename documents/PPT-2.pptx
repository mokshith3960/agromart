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9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66600" y="901800"/>
            <a:ext cx="6616440" cy="150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7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8381520" y="902520"/>
            <a:ext cx="300960" cy="339480"/>
            <a:chOff x="8381520" y="902520"/>
            <a:chExt cx="300960" cy="339480"/>
          </a:xfrm>
        </p:grpSpPr>
        <p:sp>
          <p:nvSpPr>
            <p:cNvPr id="4" name="Google Shape;12;p2"/>
            <p:cNvSpPr/>
            <p:nvPr/>
          </p:nvSpPr>
          <p:spPr>
            <a:xfrm rot="17043000">
              <a:off x="8386560" y="95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7043000">
              <a:off x="8386920" y="9525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" name="Google Shape;14;p2"/>
          <p:cNvGrpSpPr/>
          <p:nvPr/>
        </p:nvGrpSpPr>
        <p:grpSpPr>
          <a:xfrm>
            <a:off x="209520" y="307440"/>
            <a:ext cx="608760" cy="589320"/>
            <a:chOff x="209520" y="307440"/>
            <a:chExt cx="608760" cy="589320"/>
          </a:xfrm>
        </p:grpSpPr>
        <p:sp>
          <p:nvSpPr>
            <p:cNvPr id="7" name="Google Shape;15;p2"/>
            <p:cNvSpPr/>
            <p:nvPr/>
          </p:nvSpPr>
          <p:spPr>
            <a:xfrm rot="8341800">
              <a:off x="25272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6;p2"/>
            <p:cNvSpPr/>
            <p:nvPr/>
          </p:nvSpPr>
          <p:spPr>
            <a:xfrm rot="8341800">
              <a:off x="261360" y="4359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" name="Google Shape;17;p2"/>
          <p:cNvGrpSpPr/>
          <p:nvPr/>
        </p:nvGrpSpPr>
        <p:grpSpPr>
          <a:xfrm>
            <a:off x="7992360" y="368640"/>
            <a:ext cx="595800" cy="466920"/>
            <a:chOff x="7992360" y="368640"/>
            <a:chExt cx="595800" cy="466920"/>
          </a:xfrm>
        </p:grpSpPr>
        <p:sp>
          <p:nvSpPr>
            <p:cNvPr id="10" name="Google Shape;18;p2"/>
            <p:cNvSpPr/>
            <p:nvPr/>
          </p:nvSpPr>
          <p:spPr>
            <a:xfrm rot="9765000">
              <a:off x="802908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 rot="9765000">
              <a:off x="8039880" y="437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Google Shape;20;p2"/>
          <p:cNvSpPr/>
          <p:nvPr/>
        </p:nvSpPr>
        <p:spPr>
          <a:xfrm>
            <a:off x="7456680" y="344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21;p2"/>
          <p:cNvSpPr/>
          <p:nvPr/>
        </p:nvSpPr>
        <p:spPr>
          <a:xfrm flipH="1">
            <a:off x="2049480" y="49212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" name="Google Shape;22;p2"/>
          <p:cNvGrpSpPr/>
          <p:nvPr/>
        </p:nvGrpSpPr>
        <p:grpSpPr>
          <a:xfrm>
            <a:off x="157320" y="1060200"/>
            <a:ext cx="309600" cy="345600"/>
            <a:chOff x="157320" y="1060200"/>
            <a:chExt cx="309600" cy="345600"/>
          </a:xfrm>
        </p:grpSpPr>
        <p:sp>
          <p:nvSpPr>
            <p:cNvPr id="15" name="Google Shape;23;p2"/>
            <p:cNvSpPr/>
            <p:nvPr/>
          </p:nvSpPr>
          <p:spPr>
            <a:xfrm rot="6379800">
              <a:off x="166680" y="11142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4;p2"/>
            <p:cNvSpPr/>
            <p:nvPr/>
          </p:nvSpPr>
          <p:spPr>
            <a:xfrm rot="6379800">
              <a:off x="173520" y="11221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885200" y="2648160"/>
            <a:ext cx="33595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4885200" y="1321920"/>
            <a:ext cx="128844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6000" strike="noStrike" u="non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713160" y="807840"/>
            <a:ext cx="3526560" cy="352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29;p3"/>
          <p:cNvSpPr/>
          <p:nvPr/>
        </p:nvSpPr>
        <p:spPr>
          <a:xfrm flipH="1">
            <a:off x="7879320" y="4588200"/>
            <a:ext cx="1519200" cy="713880"/>
          </a:xfrm>
          <a:custGeom>
            <a:avLst/>
            <a:gdLst>
              <a:gd name="textAreaLeft" fmla="*/ 360 w 1519200"/>
              <a:gd name="textAreaRight" fmla="*/ 1519920 w 1519200"/>
              <a:gd name="textAreaTop" fmla="*/ 0 h 713880"/>
              <a:gd name="textAreaBottom" fmla="*/ 714240 h 713880"/>
            </a:gdLst>
            <a:ahLst/>
            <a:cxnLst/>
            <a:rect l="textAreaLeft" t="textAreaTop" r="textAreaRight" b="textAreaBottom"/>
            <a:pathLst>
              <a:path w="46944" h="22067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30;p3"/>
          <p:cNvSpPr/>
          <p:nvPr/>
        </p:nvSpPr>
        <p:spPr>
          <a:xfrm flipH="1" rot="17963400">
            <a:off x="8483400" y="3304440"/>
            <a:ext cx="217080" cy="21924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9240"/>
              <a:gd name="textAreaBottom" fmla="*/ 219600 h 21924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3" name="Google Shape;31;p3"/>
          <p:cNvGrpSpPr/>
          <p:nvPr/>
        </p:nvGrpSpPr>
        <p:grpSpPr>
          <a:xfrm>
            <a:off x="8247240" y="4588200"/>
            <a:ext cx="300960" cy="339480"/>
            <a:chOff x="8247240" y="4588200"/>
            <a:chExt cx="300960" cy="339480"/>
          </a:xfrm>
        </p:grpSpPr>
        <p:sp>
          <p:nvSpPr>
            <p:cNvPr id="24" name="Google Shape;32;p3"/>
            <p:cNvSpPr/>
            <p:nvPr/>
          </p:nvSpPr>
          <p:spPr>
            <a:xfrm flipV="1" rot="15357600">
              <a:off x="8252280" y="46386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3;p3"/>
            <p:cNvSpPr/>
            <p:nvPr/>
          </p:nvSpPr>
          <p:spPr>
            <a:xfrm flipV="1" rot="15357600">
              <a:off x="8259480" y="4638960"/>
              <a:ext cx="283320" cy="230040"/>
            </a:xfrm>
            <a:custGeom>
              <a:avLst/>
              <a:gdLst>
                <a:gd name="textAreaLeft" fmla="*/ 0 w 283320"/>
                <a:gd name="textAreaRight" fmla="*/ 283680 w 28332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" name="Google Shape;34;p3"/>
          <p:cNvGrpSpPr/>
          <p:nvPr/>
        </p:nvGrpSpPr>
        <p:grpSpPr>
          <a:xfrm>
            <a:off x="8341200" y="4054320"/>
            <a:ext cx="595800" cy="466920"/>
            <a:chOff x="8341200" y="4054320"/>
            <a:chExt cx="595800" cy="466920"/>
          </a:xfrm>
        </p:grpSpPr>
        <p:sp>
          <p:nvSpPr>
            <p:cNvPr id="27" name="Google Shape;35;p3"/>
            <p:cNvSpPr/>
            <p:nvPr/>
          </p:nvSpPr>
          <p:spPr>
            <a:xfrm flipV="1" rot="1035000">
              <a:off x="8377560" y="412380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6;p3"/>
            <p:cNvSpPr/>
            <p:nvPr/>
          </p:nvSpPr>
          <p:spPr>
            <a:xfrm flipV="1" rot="1035000">
              <a:off x="8377560" y="412380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" name="Google Shape;37;p3"/>
          <p:cNvGrpSpPr/>
          <p:nvPr/>
        </p:nvGrpSpPr>
        <p:grpSpPr>
          <a:xfrm>
            <a:off x="8424360" y="391680"/>
            <a:ext cx="335880" cy="295920"/>
            <a:chOff x="8424360" y="391680"/>
            <a:chExt cx="335880" cy="295920"/>
          </a:xfrm>
        </p:grpSpPr>
        <p:sp>
          <p:nvSpPr>
            <p:cNvPr id="30" name="Google Shape;38;p3"/>
            <p:cNvSpPr/>
            <p:nvPr/>
          </p:nvSpPr>
          <p:spPr>
            <a:xfrm rot="764400">
              <a:off x="8447040" y="4204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;p3"/>
            <p:cNvSpPr/>
            <p:nvPr/>
          </p:nvSpPr>
          <p:spPr>
            <a:xfrm rot="764400">
              <a:off x="8454600" y="42048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40;p3"/>
          <p:cNvGrpSpPr/>
          <p:nvPr/>
        </p:nvGrpSpPr>
        <p:grpSpPr>
          <a:xfrm>
            <a:off x="189720" y="258840"/>
            <a:ext cx="595800" cy="466920"/>
            <a:chOff x="189720" y="258840"/>
            <a:chExt cx="595800" cy="466920"/>
          </a:xfrm>
        </p:grpSpPr>
        <p:sp>
          <p:nvSpPr>
            <p:cNvPr id="33" name="Google Shape;41;p3"/>
            <p:cNvSpPr/>
            <p:nvPr/>
          </p:nvSpPr>
          <p:spPr>
            <a:xfrm flipV="1" rot="1035000">
              <a:off x="226080" y="32832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2;p3"/>
            <p:cNvSpPr/>
            <p:nvPr/>
          </p:nvSpPr>
          <p:spPr>
            <a:xfrm flipV="1" rot="1035000">
              <a:off x="226440" y="328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5" name="Google Shape;43;p3"/>
          <p:cNvSpPr/>
          <p:nvPr/>
        </p:nvSpPr>
        <p:spPr>
          <a:xfrm flipH="1">
            <a:off x="1112760" y="1785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00000" y="530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6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406;p24"/>
          <p:cNvSpPr/>
          <p:nvPr/>
        </p:nvSpPr>
        <p:spPr>
          <a:xfrm>
            <a:off x="879840" y="3611880"/>
            <a:ext cx="44053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, and includes icons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3"/>
              </a:rPr>
              <a:t>Flaticon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, and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4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407;p24"/>
          <p:cNvGrpSpPr/>
          <p:nvPr/>
        </p:nvGrpSpPr>
        <p:grpSpPr>
          <a:xfrm>
            <a:off x="318240" y="345600"/>
            <a:ext cx="379440" cy="387720"/>
            <a:chOff x="318240" y="345600"/>
            <a:chExt cx="379440" cy="387720"/>
          </a:xfrm>
        </p:grpSpPr>
        <p:sp>
          <p:nvSpPr>
            <p:cNvPr id="39" name="Google Shape;408;p24"/>
            <p:cNvSpPr/>
            <p:nvPr/>
          </p:nvSpPr>
          <p:spPr>
            <a:xfrm rot="18740400">
              <a:off x="340560" y="43488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09;p24"/>
            <p:cNvSpPr/>
            <p:nvPr/>
          </p:nvSpPr>
          <p:spPr>
            <a:xfrm rot="18740400">
              <a:off x="342360" y="44064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" name="Google Shape;410;p24"/>
          <p:cNvGrpSpPr/>
          <p:nvPr/>
        </p:nvGrpSpPr>
        <p:grpSpPr>
          <a:xfrm>
            <a:off x="7560" y="3917520"/>
            <a:ext cx="608760" cy="589320"/>
            <a:chOff x="7560" y="3917520"/>
            <a:chExt cx="608760" cy="589320"/>
          </a:xfrm>
        </p:grpSpPr>
        <p:sp>
          <p:nvSpPr>
            <p:cNvPr id="42" name="Google Shape;411;p24"/>
            <p:cNvSpPr/>
            <p:nvPr/>
          </p:nvSpPr>
          <p:spPr>
            <a:xfrm rot="8341800">
              <a:off x="50760" y="40485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412;p24"/>
            <p:cNvSpPr/>
            <p:nvPr/>
          </p:nvSpPr>
          <p:spPr>
            <a:xfrm rot="8341800">
              <a:off x="59400" y="40460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" name="Google Shape;413;p24"/>
          <p:cNvSpPr/>
          <p:nvPr/>
        </p:nvSpPr>
        <p:spPr>
          <a:xfrm rot="3636600">
            <a:off x="203400" y="33469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5" name="Google Shape;414;p24"/>
          <p:cNvGrpSpPr/>
          <p:nvPr/>
        </p:nvGrpSpPr>
        <p:grpSpPr>
          <a:xfrm>
            <a:off x="8381520" y="902520"/>
            <a:ext cx="300960" cy="339480"/>
            <a:chOff x="8381520" y="902520"/>
            <a:chExt cx="300960" cy="339480"/>
          </a:xfrm>
        </p:grpSpPr>
        <p:sp>
          <p:nvSpPr>
            <p:cNvPr id="46" name="Google Shape;415;p24"/>
            <p:cNvSpPr/>
            <p:nvPr/>
          </p:nvSpPr>
          <p:spPr>
            <a:xfrm rot="17043000">
              <a:off x="8386560" y="95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416;p24"/>
            <p:cNvSpPr/>
            <p:nvPr/>
          </p:nvSpPr>
          <p:spPr>
            <a:xfrm rot="17043000">
              <a:off x="8386920" y="9525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8" name="Google Shape;417;p24"/>
          <p:cNvGrpSpPr/>
          <p:nvPr/>
        </p:nvGrpSpPr>
        <p:grpSpPr>
          <a:xfrm>
            <a:off x="7992360" y="368640"/>
            <a:ext cx="595800" cy="466920"/>
            <a:chOff x="7992360" y="368640"/>
            <a:chExt cx="595800" cy="466920"/>
          </a:xfrm>
        </p:grpSpPr>
        <p:sp>
          <p:nvSpPr>
            <p:cNvPr id="49" name="Google Shape;418;p24"/>
            <p:cNvSpPr/>
            <p:nvPr/>
          </p:nvSpPr>
          <p:spPr>
            <a:xfrm rot="9765000">
              <a:off x="802908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419;p24"/>
            <p:cNvSpPr/>
            <p:nvPr/>
          </p:nvSpPr>
          <p:spPr>
            <a:xfrm rot="9765000">
              <a:off x="8039880" y="437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" name="Google Shape;420;p24"/>
          <p:cNvSpPr/>
          <p:nvPr/>
        </p:nvSpPr>
        <p:spPr>
          <a:xfrm>
            <a:off x="7456680" y="344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421;p24"/>
          <p:cNvSpPr/>
          <p:nvPr/>
        </p:nvSpPr>
        <p:spPr>
          <a:xfrm flipH="1">
            <a:off x="8574120" y="41025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00000" y="530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5" name="Google Shape;47;p4"/>
          <p:cNvGrpSpPr/>
          <p:nvPr/>
        </p:nvGrpSpPr>
        <p:grpSpPr>
          <a:xfrm>
            <a:off x="-1123920" y="-2812680"/>
            <a:ext cx="11947320" cy="9792360"/>
            <a:chOff x="-1123920" y="-2812680"/>
            <a:chExt cx="11947320" cy="9792360"/>
          </a:xfrm>
        </p:grpSpPr>
        <p:sp>
          <p:nvSpPr>
            <p:cNvPr id="56" name="Google Shape;48;p4"/>
            <p:cNvSpPr/>
            <p:nvPr/>
          </p:nvSpPr>
          <p:spPr>
            <a:xfrm>
              <a:off x="-1123920" y="4114080"/>
              <a:ext cx="2854440" cy="2865600"/>
            </a:xfrm>
            <a:custGeom>
              <a:avLst/>
              <a:gdLst>
                <a:gd name="textAreaLeft" fmla="*/ 0 w 2854440"/>
                <a:gd name="textAreaRight" fmla="*/ 2854800 w 2854440"/>
                <a:gd name="textAreaTop" fmla="*/ 0 h 2865600"/>
                <a:gd name="textAreaBottom" fmla="*/ 2865960 h 2865600"/>
              </a:gdLst>
              <a:ahLst/>
              <a:cxnLst/>
              <a:rect l="textAreaLeft" t="textAreaTop" r="textAreaRight" b="textAreaBottom"/>
              <a:pathLst>
                <a:path w="53298" h="53509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49;p4"/>
            <p:cNvSpPr/>
            <p:nvPr/>
          </p:nvSpPr>
          <p:spPr>
            <a:xfrm rot="14971200">
              <a:off x="6518160" y="-2077920"/>
              <a:ext cx="3972960" cy="3465720"/>
            </a:xfrm>
            <a:custGeom>
              <a:avLst/>
              <a:gdLst>
                <a:gd name="textAreaLeft" fmla="*/ 0 w 3972960"/>
                <a:gd name="textAreaRight" fmla="*/ 3973320 w 3972960"/>
                <a:gd name="textAreaTop" fmla="*/ 0 h 3465720"/>
                <a:gd name="textAreaBottom" fmla="*/ 3466080 h 3465720"/>
              </a:gdLst>
              <a:ahLst/>
              <a:cxnLst/>
              <a:rect l="textAreaLeft" t="textAreaTop" r="textAreaRight" b="textAreaBottom"/>
              <a:pathLst>
                <a:path w="102470" h="89381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8" name="Google Shape;50;p4"/>
            <p:cNvGrpSpPr/>
            <p:nvPr/>
          </p:nvGrpSpPr>
          <p:grpSpPr>
            <a:xfrm>
              <a:off x="8280360" y="998280"/>
              <a:ext cx="300960" cy="339480"/>
              <a:chOff x="8280360" y="998280"/>
              <a:chExt cx="300960" cy="339480"/>
            </a:xfrm>
          </p:grpSpPr>
          <p:sp>
            <p:nvSpPr>
              <p:cNvPr id="59" name="Google Shape;51;p4"/>
              <p:cNvSpPr/>
              <p:nvPr/>
            </p:nvSpPr>
            <p:spPr>
              <a:xfrm rot="17043000">
                <a:off x="8285400" y="1049040"/>
                <a:ext cx="290520" cy="237600"/>
              </a:xfrm>
              <a:custGeom>
                <a:avLst/>
                <a:gdLst>
                  <a:gd name="textAreaLeft" fmla="*/ 0 w 290520"/>
                  <a:gd name="textAreaRight" fmla="*/ 290880 w 290520"/>
                  <a:gd name="textAreaTop" fmla="*/ 0 h 237600"/>
                  <a:gd name="textAreaBottom" fmla="*/ 237960 h 237600"/>
                </a:gdLst>
                <a:ahLst/>
                <a:cxnLst/>
                <a:rect l="textAreaLeft" t="textAreaTop" r="textAreaRight" b="textAreaBottom"/>
                <a:pathLst>
                  <a:path w="11681" h="956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52;p4"/>
              <p:cNvSpPr/>
              <p:nvPr/>
            </p:nvSpPr>
            <p:spPr>
              <a:xfrm rot="17043000">
                <a:off x="8285760" y="1048680"/>
                <a:ext cx="282960" cy="23004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30040"/>
                  <a:gd name="textAreaBottom" fmla="*/ 230400 h 230040"/>
                </a:gdLst>
                <a:ahLst/>
                <a:cxnLst/>
                <a:rect l="textAreaLeft" t="textAreaTop" r="textAreaRight" b="textAreaBottom"/>
                <a:pathLst>
                  <a:path w="11374" h="9256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1" name="Google Shape;53;p4"/>
            <p:cNvGrpSpPr/>
            <p:nvPr/>
          </p:nvGrpSpPr>
          <p:grpSpPr>
            <a:xfrm>
              <a:off x="318240" y="345600"/>
              <a:ext cx="379440" cy="387720"/>
              <a:chOff x="318240" y="345600"/>
              <a:chExt cx="379440" cy="387720"/>
            </a:xfrm>
          </p:grpSpPr>
          <p:sp>
            <p:nvSpPr>
              <p:cNvPr id="62" name="Google Shape;54;p4"/>
              <p:cNvSpPr/>
              <p:nvPr/>
            </p:nvSpPr>
            <p:spPr>
              <a:xfrm rot="18740400">
                <a:off x="340560" y="434880"/>
                <a:ext cx="334080" cy="2088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55;p4"/>
              <p:cNvSpPr/>
              <p:nvPr/>
            </p:nvSpPr>
            <p:spPr>
              <a:xfrm rot="18740400">
                <a:off x="342360" y="440640"/>
                <a:ext cx="327240" cy="205200"/>
              </a:xfrm>
              <a:custGeom>
                <a:avLst/>
                <a:gdLst>
                  <a:gd name="textAreaLeft" fmla="*/ 0 w 327240"/>
                  <a:gd name="textAreaRight" fmla="*/ 327600 w 327240"/>
                  <a:gd name="textAreaTop" fmla="*/ 0 h 205200"/>
                  <a:gd name="textAreaBottom" fmla="*/ 205560 h 20520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" name="Google Shape;56;p4"/>
            <p:cNvGrpSpPr/>
            <p:nvPr/>
          </p:nvGrpSpPr>
          <p:grpSpPr>
            <a:xfrm>
              <a:off x="7560" y="3917520"/>
              <a:ext cx="608760" cy="589320"/>
              <a:chOff x="7560" y="3917520"/>
              <a:chExt cx="608760" cy="589320"/>
            </a:xfrm>
          </p:grpSpPr>
          <p:sp>
            <p:nvSpPr>
              <p:cNvPr id="65" name="Google Shape;57;p4"/>
              <p:cNvSpPr/>
              <p:nvPr/>
            </p:nvSpPr>
            <p:spPr>
              <a:xfrm rot="8341800">
                <a:off x="50760" y="404856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58;p4"/>
              <p:cNvSpPr/>
              <p:nvPr/>
            </p:nvSpPr>
            <p:spPr>
              <a:xfrm rot="8341800">
                <a:off x="59400" y="404604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59;p4"/>
            <p:cNvGrpSpPr/>
            <p:nvPr/>
          </p:nvGrpSpPr>
          <p:grpSpPr>
            <a:xfrm>
              <a:off x="7905240" y="220320"/>
              <a:ext cx="595800" cy="466920"/>
              <a:chOff x="7905240" y="220320"/>
              <a:chExt cx="595800" cy="466920"/>
            </a:xfrm>
          </p:grpSpPr>
          <p:sp>
            <p:nvSpPr>
              <p:cNvPr id="68" name="Google Shape;60;p4"/>
              <p:cNvSpPr/>
              <p:nvPr/>
            </p:nvSpPr>
            <p:spPr>
              <a:xfrm rot="9765000">
                <a:off x="7941960" y="29016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61;p4"/>
              <p:cNvSpPr/>
              <p:nvPr/>
            </p:nvSpPr>
            <p:spPr>
              <a:xfrm rot="9765000">
                <a:off x="7952760" y="28980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0" name="Google Shape;62;p4"/>
            <p:cNvGrpSpPr/>
            <p:nvPr/>
          </p:nvGrpSpPr>
          <p:grpSpPr>
            <a:xfrm>
              <a:off x="4750920" y="4722840"/>
              <a:ext cx="519480" cy="612000"/>
              <a:chOff x="4750920" y="4722840"/>
              <a:chExt cx="519480" cy="612000"/>
            </a:xfrm>
          </p:grpSpPr>
          <p:sp>
            <p:nvSpPr>
              <p:cNvPr id="71" name="Google Shape;63;p4"/>
              <p:cNvSpPr/>
              <p:nvPr/>
            </p:nvSpPr>
            <p:spPr>
              <a:xfrm rot="14674800">
                <a:off x="4749480" y="486504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64;p4"/>
              <p:cNvSpPr/>
              <p:nvPr/>
            </p:nvSpPr>
            <p:spPr>
              <a:xfrm rot="14674800">
                <a:off x="4758840" y="487332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3" name="Google Shape;65;p4"/>
            <p:cNvSpPr/>
            <p:nvPr/>
          </p:nvSpPr>
          <p:spPr>
            <a:xfrm>
              <a:off x="7094880" y="34416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fill="none" w="8726" h="8809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cap="rnd" w="952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66;p4"/>
            <p:cNvSpPr/>
            <p:nvPr/>
          </p:nvSpPr>
          <p:spPr>
            <a:xfrm flipH="1">
              <a:off x="8574120" y="4102560"/>
              <a:ext cx="217080" cy="218880"/>
            </a:xfrm>
            <a:custGeom>
              <a:avLst/>
              <a:gdLst>
                <a:gd name="textAreaLeft" fmla="*/ -360 w 217080"/>
                <a:gd name="textAreaRight" fmla="*/ 21708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fill="none" w="8726" h="8809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cap="rnd" w="952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67;p4"/>
            <p:cNvSpPr/>
            <p:nvPr/>
          </p:nvSpPr>
          <p:spPr>
            <a:xfrm rot="3636600">
              <a:off x="203400" y="33469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fill="none" w="8726" h="8809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cap="rnd" w="952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469;p30"/>
          <p:cNvCxnSpPr/>
          <p:nvPr/>
        </p:nvCxnSpPr>
        <p:spPr>
          <a:xfrm>
            <a:off x="963360" y="251928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  <p:grpSp>
        <p:nvGrpSpPr>
          <p:cNvPr id="79" name="Google Shape;470;p30"/>
          <p:cNvGrpSpPr/>
          <p:nvPr/>
        </p:nvGrpSpPr>
        <p:grpSpPr>
          <a:xfrm>
            <a:off x="3148200" y="3831840"/>
            <a:ext cx="379440" cy="387720"/>
            <a:chOff x="3148200" y="3831840"/>
            <a:chExt cx="379440" cy="387720"/>
          </a:xfrm>
        </p:grpSpPr>
        <p:sp>
          <p:nvSpPr>
            <p:cNvPr id="80" name="Google Shape;471;p30"/>
            <p:cNvSpPr/>
            <p:nvPr/>
          </p:nvSpPr>
          <p:spPr>
            <a:xfrm rot="18740400">
              <a:off x="3170520" y="392112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472;p30"/>
            <p:cNvSpPr/>
            <p:nvPr/>
          </p:nvSpPr>
          <p:spPr>
            <a:xfrm rot="18740400">
              <a:off x="3172320" y="392688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2" name="Google Shape;473;p30"/>
          <p:cNvGrpSpPr/>
          <p:nvPr/>
        </p:nvGrpSpPr>
        <p:grpSpPr>
          <a:xfrm>
            <a:off x="3285360" y="4298040"/>
            <a:ext cx="595800" cy="466920"/>
            <a:chOff x="3285360" y="4298040"/>
            <a:chExt cx="595800" cy="466920"/>
          </a:xfrm>
        </p:grpSpPr>
        <p:sp>
          <p:nvSpPr>
            <p:cNvPr id="83" name="Google Shape;474;p30"/>
            <p:cNvSpPr/>
            <p:nvPr/>
          </p:nvSpPr>
          <p:spPr>
            <a:xfrm rot="9765000">
              <a:off x="3322080" y="43678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475;p30"/>
            <p:cNvSpPr/>
            <p:nvPr/>
          </p:nvSpPr>
          <p:spPr>
            <a:xfrm rot="9765000">
              <a:off x="3332880" y="43671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" name="Google Shape;476;p30"/>
          <p:cNvGrpSpPr/>
          <p:nvPr/>
        </p:nvGrpSpPr>
        <p:grpSpPr>
          <a:xfrm>
            <a:off x="4420800" y="1900440"/>
            <a:ext cx="4510440" cy="2913480"/>
            <a:chOff x="4420800" y="1900440"/>
            <a:chExt cx="4510440" cy="2913480"/>
          </a:xfrm>
        </p:grpSpPr>
        <p:sp>
          <p:nvSpPr>
            <p:cNvPr id="86" name="Google Shape;477;p30"/>
            <p:cNvSpPr/>
            <p:nvPr/>
          </p:nvSpPr>
          <p:spPr>
            <a:xfrm>
              <a:off x="5735160" y="1900440"/>
              <a:ext cx="3196080" cy="2787480"/>
            </a:xfrm>
            <a:custGeom>
              <a:avLst/>
              <a:gdLst>
                <a:gd name="textAreaLeft" fmla="*/ 0 w 3196080"/>
                <a:gd name="textAreaRight" fmla="*/ 3196440 w 3196080"/>
                <a:gd name="textAreaTop" fmla="*/ 0 h 2787480"/>
                <a:gd name="textAreaBottom" fmla="*/ 2787840 h 2787480"/>
              </a:gdLst>
              <a:ahLst/>
              <a:cxnLst/>
              <a:rect l="textAreaLeft" t="textAreaTop" r="textAreaRight" b="textAreaBottom"/>
              <a:pathLst>
                <a:path w="102470" h="89381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478;p30"/>
            <p:cNvSpPr/>
            <p:nvPr/>
          </p:nvSpPr>
          <p:spPr>
            <a:xfrm>
              <a:off x="4520520" y="2736720"/>
              <a:ext cx="1326600" cy="1332000"/>
            </a:xfrm>
            <a:custGeom>
              <a:avLst/>
              <a:gdLst>
                <a:gd name="textAreaLeft" fmla="*/ 0 w 1326600"/>
                <a:gd name="textAreaRight" fmla="*/ 1326960 w 1326600"/>
                <a:gd name="textAreaTop" fmla="*/ 0 h 1332000"/>
                <a:gd name="textAreaBottom" fmla="*/ 1332360 h 1332000"/>
              </a:gdLst>
              <a:ahLst/>
              <a:cxnLst/>
              <a:rect l="textAreaLeft" t="textAreaTop" r="textAreaRight" b="textAreaBottom"/>
              <a:pathLst>
                <a:path w="53298" h="53509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479;p30"/>
            <p:cNvSpPr/>
            <p:nvPr/>
          </p:nvSpPr>
          <p:spPr>
            <a:xfrm>
              <a:off x="4420800" y="4100040"/>
              <a:ext cx="1519200" cy="713880"/>
            </a:xfrm>
            <a:custGeom>
              <a:avLst/>
              <a:gdLst>
                <a:gd name="textAreaLeft" fmla="*/ 0 w 1519200"/>
                <a:gd name="textAreaRight" fmla="*/ 1519560 w 1519200"/>
                <a:gd name="textAreaTop" fmla="*/ 0 h 713880"/>
                <a:gd name="textAreaBottom" fmla="*/ 714240 h 713880"/>
              </a:gdLst>
              <a:ahLst/>
              <a:cxnLst/>
              <a:rect l="textAreaLeft" t="textAreaTop" r="textAreaRight" b="textAreaBottom"/>
              <a:pathLst>
                <a:path w="46944" h="22067">
                  <a:moveTo>
                    <a:pt x="22719" y="0"/>
                  </a:moveTo>
                  <a:cubicBezTo>
                    <a:pt x="20147" y="0"/>
                    <a:pt x="17573" y="188"/>
                    <a:pt x="15026" y="566"/>
                  </a:cubicBezTo>
                  <a:cubicBezTo>
                    <a:pt x="11123" y="1151"/>
                    <a:pt x="7109" y="2266"/>
                    <a:pt x="4238" y="4942"/>
                  </a:cubicBezTo>
                  <a:cubicBezTo>
                    <a:pt x="1367" y="7674"/>
                    <a:pt x="1" y="12301"/>
                    <a:pt x="2064" y="15674"/>
                  </a:cubicBezTo>
                  <a:cubicBezTo>
                    <a:pt x="3708" y="18378"/>
                    <a:pt x="6942" y="19549"/>
                    <a:pt x="10008" y="20329"/>
                  </a:cubicBezTo>
                  <a:cubicBezTo>
                    <a:pt x="14675" y="21484"/>
                    <a:pt x="19499" y="22067"/>
                    <a:pt x="24325" y="22067"/>
                  </a:cubicBezTo>
                  <a:cubicBezTo>
                    <a:pt x="27888" y="22067"/>
                    <a:pt x="31452" y="21749"/>
                    <a:pt x="34957" y="21110"/>
                  </a:cubicBezTo>
                  <a:cubicBezTo>
                    <a:pt x="38134" y="20525"/>
                    <a:pt x="41452" y="19633"/>
                    <a:pt x="43737" y="17291"/>
                  </a:cubicBezTo>
                  <a:cubicBezTo>
                    <a:pt x="46079" y="14950"/>
                    <a:pt x="46943" y="11298"/>
                    <a:pt x="45995" y="8120"/>
                  </a:cubicBezTo>
                  <a:cubicBezTo>
                    <a:pt x="44239" y="2266"/>
                    <a:pt x="39138" y="2378"/>
                    <a:pt x="34232" y="1263"/>
                  </a:cubicBezTo>
                  <a:cubicBezTo>
                    <a:pt x="30463" y="425"/>
                    <a:pt x="26593" y="0"/>
                    <a:pt x="2271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9" name="Google Shape;480;p30"/>
            <p:cNvGrpSpPr/>
            <p:nvPr/>
          </p:nvGrpSpPr>
          <p:grpSpPr>
            <a:xfrm>
              <a:off x="8209440" y="3016800"/>
              <a:ext cx="290520" cy="238320"/>
              <a:chOff x="8209440" y="3016800"/>
              <a:chExt cx="290520" cy="238320"/>
            </a:xfrm>
          </p:grpSpPr>
          <p:sp>
            <p:nvSpPr>
              <p:cNvPr id="90" name="Google Shape;481;p30"/>
              <p:cNvSpPr/>
              <p:nvPr/>
            </p:nvSpPr>
            <p:spPr>
              <a:xfrm>
                <a:off x="8209440" y="3017520"/>
                <a:ext cx="290520" cy="237600"/>
              </a:xfrm>
              <a:custGeom>
                <a:avLst/>
                <a:gdLst>
                  <a:gd name="textAreaLeft" fmla="*/ 0 w 290520"/>
                  <a:gd name="textAreaRight" fmla="*/ 290880 w 290520"/>
                  <a:gd name="textAreaTop" fmla="*/ 0 h 237600"/>
                  <a:gd name="textAreaBottom" fmla="*/ 237960 h 237600"/>
                </a:gdLst>
                <a:ahLst/>
                <a:cxnLst/>
                <a:rect l="textAreaLeft" t="textAreaTop" r="textAreaRight" b="textAreaBottom"/>
                <a:pathLst>
                  <a:path w="11681" h="956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482;p30"/>
              <p:cNvSpPr/>
              <p:nvPr/>
            </p:nvSpPr>
            <p:spPr>
              <a:xfrm>
                <a:off x="8216280" y="3016800"/>
                <a:ext cx="282960" cy="23004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30040"/>
                  <a:gd name="textAreaBottom" fmla="*/ 230400 h 230040"/>
                </a:gdLst>
                <a:ahLst/>
                <a:cxnLst/>
                <a:rect l="textAreaLeft" t="textAreaTop" r="textAreaRight" b="textAreaBottom"/>
                <a:pathLst>
                  <a:path w="11374" h="9256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" name="Google Shape;483;p30"/>
            <p:cNvGrpSpPr/>
            <p:nvPr/>
          </p:nvGrpSpPr>
          <p:grpSpPr>
            <a:xfrm>
              <a:off x="5500440" y="2698200"/>
              <a:ext cx="224640" cy="311400"/>
              <a:chOff x="5500440" y="2698200"/>
              <a:chExt cx="224640" cy="311400"/>
            </a:xfrm>
          </p:grpSpPr>
          <p:sp>
            <p:nvSpPr>
              <p:cNvPr id="93" name="Google Shape;484;p30"/>
              <p:cNvSpPr/>
              <p:nvPr/>
            </p:nvSpPr>
            <p:spPr>
              <a:xfrm>
                <a:off x="5500440" y="2698200"/>
                <a:ext cx="224640" cy="311400"/>
              </a:xfrm>
              <a:custGeom>
                <a:avLst/>
                <a:gdLst>
                  <a:gd name="textAreaLeft" fmla="*/ 0 w 224640"/>
                  <a:gd name="textAreaRight" fmla="*/ 225000 w 224640"/>
                  <a:gd name="textAreaTop" fmla="*/ 0 h 311400"/>
                  <a:gd name="textAreaBottom" fmla="*/ 311760 h 311400"/>
                </a:gdLst>
                <a:ahLst/>
                <a:cxnLst/>
                <a:rect l="textAreaLeft" t="textAreaTop" r="textAreaRight" b="textAreaBottom"/>
                <a:pathLst>
                  <a:path w="9033" h="12517">
                    <a:moveTo>
                      <a:pt x="1311" y="1"/>
                    </a:moveTo>
                    <a:lnTo>
                      <a:pt x="1311" y="1"/>
                    </a:lnTo>
                    <a:cubicBezTo>
                      <a:pt x="1589" y="614"/>
                      <a:pt x="1394" y="1339"/>
                      <a:pt x="1116" y="1980"/>
                    </a:cubicBezTo>
                    <a:cubicBezTo>
                      <a:pt x="837" y="2565"/>
                      <a:pt x="419" y="3151"/>
                      <a:pt x="224" y="3792"/>
                    </a:cubicBezTo>
                    <a:cubicBezTo>
                      <a:pt x="1" y="4405"/>
                      <a:pt x="1" y="5214"/>
                      <a:pt x="474" y="5715"/>
                    </a:cubicBezTo>
                    <a:cubicBezTo>
                      <a:pt x="1116" y="6440"/>
                      <a:pt x="2509" y="6356"/>
                      <a:pt x="2900" y="7276"/>
                    </a:cubicBezTo>
                    <a:cubicBezTo>
                      <a:pt x="3262" y="8168"/>
                      <a:pt x="2286" y="9116"/>
                      <a:pt x="2454" y="10092"/>
                    </a:cubicBezTo>
                    <a:cubicBezTo>
                      <a:pt x="2509" y="10538"/>
                      <a:pt x="2872" y="10928"/>
                      <a:pt x="3262" y="11179"/>
                    </a:cubicBezTo>
                    <a:cubicBezTo>
                      <a:pt x="3624" y="11430"/>
                      <a:pt x="4098" y="11569"/>
                      <a:pt x="4544" y="11709"/>
                    </a:cubicBezTo>
                    <a:cubicBezTo>
                      <a:pt x="5297" y="11932"/>
                      <a:pt x="6049" y="12155"/>
                      <a:pt x="6774" y="12405"/>
                    </a:cubicBezTo>
                    <a:cubicBezTo>
                      <a:pt x="6981" y="12466"/>
                      <a:pt x="7189" y="12517"/>
                      <a:pt x="7387" y="12517"/>
                    </a:cubicBezTo>
                    <a:cubicBezTo>
                      <a:pt x="7641" y="12517"/>
                      <a:pt x="7880" y="12433"/>
                      <a:pt x="8084" y="12182"/>
                    </a:cubicBezTo>
                    <a:cubicBezTo>
                      <a:pt x="8865" y="11290"/>
                      <a:pt x="9032" y="9674"/>
                      <a:pt x="9032" y="8559"/>
                    </a:cubicBezTo>
                    <a:cubicBezTo>
                      <a:pt x="9032" y="7025"/>
                      <a:pt x="8558" y="5492"/>
                      <a:pt x="7638" y="4238"/>
                    </a:cubicBezTo>
                    <a:cubicBezTo>
                      <a:pt x="6133" y="2119"/>
                      <a:pt x="3708" y="921"/>
                      <a:pt x="13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485;p30"/>
              <p:cNvSpPr/>
              <p:nvPr/>
            </p:nvSpPr>
            <p:spPr>
              <a:xfrm>
                <a:off x="5502600" y="2698200"/>
                <a:ext cx="222480" cy="309960"/>
              </a:xfrm>
              <a:custGeom>
                <a:avLst/>
                <a:gdLst>
                  <a:gd name="textAreaLeft" fmla="*/ 0 w 222480"/>
                  <a:gd name="textAreaRight" fmla="*/ 222840 w 222480"/>
                  <a:gd name="textAreaTop" fmla="*/ 0 h 309960"/>
                  <a:gd name="textAreaBottom" fmla="*/ 310320 h 309960"/>
                </a:gdLst>
                <a:ahLst/>
                <a:cxnLst/>
                <a:rect l="textAreaLeft" t="textAreaTop" r="textAreaRight" b="textAreaBottom"/>
                <a:pathLst>
                  <a:path w="8949" h="12462">
                    <a:moveTo>
                      <a:pt x="1171" y="1"/>
                    </a:moveTo>
                    <a:cubicBezTo>
                      <a:pt x="1171" y="29"/>
                      <a:pt x="1227" y="57"/>
                      <a:pt x="1227" y="85"/>
                    </a:cubicBezTo>
                    <a:cubicBezTo>
                      <a:pt x="1951" y="726"/>
                      <a:pt x="2565" y="1590"/>
                      <a:pt x="3011" y="2733"/>
                    </a:cubicBezTo>
                    <a:cubicBezTo>
                      <a:pt x="3206" y="3123"/>
                      <a:pt x="3345" y="3541"/>
                      <a:pt x="3485" y="3959"/>
                    </a:cubicBezTo>
                    <a:cubicBezTo>
                      <a:pt x="2537" y="3485"/>
                      <a:pt x="1673" y="2844"/>
                      <a:pt x="920" y="2092"/>
                    </a:cubicBezTo>
                    <a:lnTo>
                      <a:pt x="836" y="2287"/>
                    </a:lnTo>
                    <a:cubicBezTo>
                      <a:pt x="1589" y="3095"/>
                      <a:pt x="2537" y="3764"/>
                      <a:pt x="3568" y="4238"/>
                    </a:cubicBezTo>
                    <a:cubicBezTo>
                      <a:pt x="3652" y="4517"/>
                      <a:pt x="3763" y="4795"/>
                      <a:pt x="3819" y="5046"/>
                    </a:cubicBezTo>
                    <a:cubicBezTo>
                      <a:pt x="3903" y="5325"/>
                      <a:pt x="3986" y="5604"/>
                      <a:pt x="4070" y="5910"/>
                    </a:cubicBezTo>
                    <a:cubicBezTo>
                      <a:pt x="4041" y="5911"/>
                      <a:pt x="4013" y="5911"/>
                      <a:pt x="3984" y="5911"/>
                    </a:cubicBezTo>
                    <a:cubicBezTo>
                      <a:pt x="2481" y="5911"/>
                      <a:pt x="1013" y="5192"/>
                      <a:pt x="28" y="4043"/>
                    </a:cubicBezTo>
                    <a:cubicBezTo>
                      <a:pt x="0" y="4126"/>
                      <a:pt x="0" y="4210"/>
                      <a:pt x="0" y="4322"/>
                    </a:cubicBezTo>
                    <a:cubicBezTo>
                      <a:pt x="1011" y="5469"/>
                      <a:pt x="2503" y="6134"/>
                      <a:pt x="4084" y="6134"/>
                    </a:cubicBezTo>
                    <a:cubicBezTo>
                      <a:pt x="4117" y="6134"/>
                      <a:pt x="4149" y="6134"/>
                      <a:pt x="4181" y="6133"/>
                    </a:cubicBezTo>
                    <a:cubicBezTo>
                      <a:pt x="4209" y="6301"/>
                      <a:pt x="4265" y="6440"/>
                      <a:pt x="4349" y="6607"/>
                    </a:cubicBezTo>
                    <a:cubicBezTo>
                      <a:pt x="4600" y="7332"/>
                      <a:pt x="4906" y="8029"/>
                      <a:pt x="5241" y="8726"/>
                    </a:cubicBezTo>
                    <a:cubicBezTo>
                      <a:pt x="4404" y="8698"/>
                      <a:pt x="3568" y="8559"/>
                      <a:pt x="2816" y="8308"/>
                    </a:cubicBezTo>
                    <a:cubicBezTo>
                      <a:pt x="2788" y="8391"/>
                      <a:pt x="2788" y="8447"/>
                      <a:pt x="2732" y="8531"/>
                    </a:cubicBezTo>
                    <a:cubicBezTo>
                      <a:pt x="3568" y="8809"/>
                      <a:pt x="4488" y="8949"/>
                      <a:pt x="5352" y="8977"/>
                    </a:cubicBezTo>
                    <a:cubicBezTo>
                      <a:pt x="5659" y="9562"/>
                      <a:pt x="6021" y="10148"/>
                      <a:pt x="6439" y="10761"/>
                    </a:cubicBezTo>
                    <a:cubicBezTo>
                      <a:pt x="5860" y="10915"/>
                      <a:pt x="5264" y="10992"/>
                      <a:pt x="4671" y="10992"/>
                    </a:cubicBezTo>
                    <a:cubicBezTo>
                      <a:pt x="3980" y="10992"/>
                      <a:pt x="3294" y="10887"/>
                      <a:pt x="2648" y="10677"/>
                    </a:cubicBezTo>
                    <a:lnTo>
                      <a:pt x="2648" y="10677"/>
                    </a:lnTo>
                    <a:cubicBezTo>
                      <a:pt x="2704" y="10789"/>
                      <a:pt x="2816" y="10900"/>
                      <a:pt x="2871" y="10984"/>
                    </a:cubicBezTo>
                    <a:cubicBezTo>
                      <a:pt x="3445" y="11140"/>
                      <a:pt x="4024" y="11211"/>
                      <a:pt x="4605" y="11211"/>
                    </a:cubicBezTo>
                    <a:cubicBezTo>
                      <a:pt x="5265" y="11211"/>
                      <a:pt x="5926" y="11119"/>
                      <a:pt x="6579" y="10956"/>
                    </a:cubicBezTo>
                    <a:cubicBezTo>
                      <a:pt x="6913" y="11486"/>
                      <a:pt x="7331" y="11987"/>
                      <a:pt x="7749" y="12461"/>
                    </a:cubicBezTo>
                    <a:cubicBezTo>
                      <a:pt x="7833" y="12433"/>
                      <a:pt x="7861" y="12378"/>
                      <a:pt x="7945" y="12350"/>
                    </a:cubicBezTo>
                    <a:cubicBezTo>
                      <a:pt x="7554" y="11932"/>
                      <a:pt x="7192" y="11486"/>
                      <a:pt x="6857" y="11040"/>
                    </a:cubicBezTo>
                    <a:cubicBezTo>
                      <a:pt x="6913" y="11012"/>
                      <a:pt x="6997" y="10928"/>
                      <a:pt x="7053" y="10900"/>
                    </a:cubicBezTo>
                    <a:cubicBezTo>
                      <a:pt x="7889" y="10231"/>
                      <a:pt x="8558" y="9228"/>
                      <a:pt x="8920" y="7973"/>
                    </a:cubicBezTo>
                    <a:cubicBezTo>
                      <a:pt x="8920" y="7917"/>
                      <a:pt x="8948" y="7890"/>
                      <a:pt x="8948" y="7834"/>
                    </a:cubicBezTo>
                    <a:cubicBezTo>
                      <a:pt x="8920" y="7611"/>
                      <a:pt x="8920" y="7444"/>
                      <a:pt x="8837" y="7221"/>
                    </a:cubicBezTo>
                    <a:cubicBezTo>
                      <a:pt x="8781" y="7416"/>
                      <a:pt x="8753" y="7611"/>
                      <a:pt x="8669" y="7862"/>
                    </a:cubicBezTo>
                    <a:cubicBezTo>
                      <a:pt x="8335" y="9144"/>
                      <a:pt x="7638" y="10203"/>
                      <a:pt x="6718" y="10789"/>
                    </a:cubicBezTo>
                    <a:cubicBezTo>
                      <a:pt x="6300" y="10203"/>
                      <a:pt x="5910" y="9562"/>
                      <a:pt x="5603" y="8949"/>
                    </a:cubicBezTo>
                    <a:cubicBezTo>
                      <a:pt x="6718" y="7834"/>
                      <a:pt x="7554" y="6440"/>
                      <a:pt x="8000" y="4907"/>
                    </a:cubicBezTo>
                    <a:cubicBezTo>
                      <a:pt x="7972" y="4795"/>
                      <a:pt x="7889" y="4740"/>
                      <a:pt x="7861" y="4656"/>
                    </a:cubicBezTo>
                    <a:cubicBezTo>
                      <a:pt x="7443" y="6189"/>
                      <a:pt x="6607" y="7611"/>
                      <a:pt x="5492" y="8726"/>
                    </a:cubicBezTo>
                    <a:cubicBezTo>
                      <a:pt x="5157" y="8029"/>
                      <a:pt x="4850" y="7304"/>
                      <a:pt x="4572" y="6579"/>
                    </a:cubicBezTo>
                    <a:cubicBezTo>
                      <a:pt x="5492" y="5548"/>
                      <a:pt x="6161" y="4322"/>
                      <a:pt x="6439" y="2956"/>
                    </a:cubicBezTo>
                    <a:cubicBezTo>
                      <a:pt x="6384" y="2872"/>
                      <a:pt x="6300" y="2844"/>
                      <a:pt x="6272" y="2788"/>
                    </a:cubicBezTo>
                    <a:cubicBezTo>
                      <a:pt x="6021" y="4099"/>
                      <a:pt x="5408" y="5353"/>
                      <a:pt x="4488" y="6329"/>
                    </a:cubicBezTo>
                    <a:cubicBezTo>
                      <a:pt x="4349" y="5883"/>
                      <a:pt x="4209" y="5437"/>
                      <a:pt x="4070" y="5018"/>
                    </a:cubicBezTo>
                    <a:cubicBezTo>
                      <a:pt x="4014" y="4768"/>
                      <a:pt x="3931" y="4545"/>
                      <a:pt x="3847" y="4322"/>
                    </a:cubicBezTo>
                    <a:cubicBezTo>
                      <a:pt x="4321" y="3513"/>
                      <a:pt x="4627" y="2593"/>
                      <a:pt x="4795" y="1729"/>
                    </a:cubicBezTo>
                    <a:lnTo>
                      <a:pt x="4600" y="1618"/>
                    </a:lnTo>
                    <a:cubicBezTo>
                      <a:pt x="4404" y="2454"/>
                      <a:pt x="4126" y="3262"/>
                      <a:pt x="3763" y="4043"/>
                    </a:cubicBezTo>
                    <a:cubicBezTo>
                      <a:pt x="3624" y="3569"/>
                      <a:pt x="3429" y="3123"/>
                      <a:pt x="3262" y="2677"/>
                    </a:cubicBezTo>
                    <a:cubicBezTo>
                      <a:pt x="2843" y="1618"/>
                      <a:pt x="2286" y="781"/>
                      <a:pt x="1617" y="168"/>
                    </a:cubicBezTo>
                    <a:cubicBezTo>
                      <a:pt x="1505" y="85"/>
                      <a:pt x="1338" y="57"/>
                      <a:pt x="11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5" name="Google Shape;486;p30"/>
            <p:cNvGrpSpPr/>
            <p:nvPr/>
          </p:nvGrpSpPr>
          <p:grpSpPr>
            <a:xfrm>
              <a:off x="5041800" y="3575880"/>
              <a:ext cx="334440" cy="208800"/>
              <a:chOff x="5041800" y="3575880"/>
              <a:chExt cx="334440" cy="208800"/>
            </a:xfrm>
          </p:grpSpPr>
          <p:sp>
            <p:nvSpPr>
              <p:cNvPr id="96" name="Google Shape;487;p30"/>
              <p:cNvSpPr/>
              <p:nvPr/>
            </p:nvSpPr>
            <p:spPr>
              <a:xfrm>
                <a:off x="5042160" y="3575880"/>
                <a:ext cx="334080" cy="2088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488;p30"/>
              <p:cNvSpPr/>
              <p:nvPr/>
            </p:nvSpPr>
            <p:spPr>
              <a:xfrm>
                <a:off x="5041800" y="3578760"/>
                <a:ext cx="327240" cy="205200"/>
              </a:xfrm>
              <a:custGeom>
                <a:avLst/>
                <a:gdLst>
                  <a:gd name="textAreaLeft" fmla="*/ 0 w 327240"/>
                  <a:gd name="textAreaRight" fmla="*/ 327600 w 327240"/>
                  <a:gd name="textAreaTop" fmla="*/ 0 h 205200"/>
                  <a:gd name="textAreaBottom" fmla="*/ 205560 h 20520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98" name="Google Shape;489;p30"/>
            <p:cNvSpPr/>
            <p:nvPr/>
          </p:nvSpPr>
          <p:spPr>
            <a:xfrm>
              <a:off x="5235840" y="2930760"/>
              <a:ext cx="707040" cy="896760"/>
            </a:xfrm>
            <a:custGeom>
              <a:avLst/>
              <a:gdLst>
                <a:gd name="textAreaLeft" fmla="*/ 0 w 707040"/>
                <a:gd name="textAreaRight" fmla="*/ 707400 w 707040"/>
                <a:gd name="textAreaTop" fmla="*/ 0 h 896760"/>
                <a:gd name="textAreaBottom" fmla="*/ 897120 h 896760"/>
              </a:gdLst>
              <a:ahLst/>
              <a:cxnLst/>
              <a:rect l="textAreaLeft" t="textAreaTop" r="textAreaRight" b="textAreaBottom"/>
              <a:pathLst>
                <a:path w="28405" h="36028">
                  <a:moveTo>
                    <a:pt x="5670" y="0"/>
                  </a:moveTo>
                  <a:cubicBezTo>
                    <a:pt x="5369" y="0"/>
                    <a:pt x="5067" y="26"/>
                    <a:pt x="4767" y="80"/>
                  </a:cubicBezTo>
                  <a:cubicBezTo>
                    <a:pt x="2091" y="582"/>
                    <a:pt x="0" y="3508"/>
                    <a:pt x="808" y="6073"/>
                  </a:cubicBezTo>
                  <a:cubicBezTo>
                    <a:pt x="1338" y="7801"/>
                    <a:pt x="2871" y="9056"/>
                    <a:pt x="3345" y="10784"/>
                  </a:cubicBezTo>
                  <a:cubicBezTo>
                    <a:pt x="4014" y="13237"/>
                    <a:pt x="2397" y="15941"/>
                    <a:pt x="3512" y="18199"/>
                  </a:cubicBezTo>
                  <a:cubicBezTo>
                    <a:pt x="5018" y="21265"/>
                    <a:pt x="10063" y="20763"/>
                    <a:pt x="11931" y="23634"/>
                  </a:cubicBezTo>
                  <a:cubicBezTo>
                    <a:pt x="12851" y="25140"/>
                    <a:pt x="12628" y="27035"/>
                    <a:pt x="12906" y="28736"/>
                  </a:cubicBezTo>
                  <a:cubicBezTo>
                    <a:pt x="13324" y="31523"/>
                    <a:pt x="15192" y="34032"/>
                    <a:pt x="17729" y="35203"/>
                  </a:cubicBezTo>
                  <a:cubicBezTo>
                    <a:pt x="18933" y="35769"/>
                    <a:pt x="20102" y="36028"/>
                    <a:pt x="21198" y="36028"/>
                  </a:cubicBezTo>
                  <a:cubicBezTo>
                    <a:pt x="25227" y="36028"/>
                    <a:pt x="28262" y="32524"/>
                    <a:pt x="28349" y="27899"/>
                  </a:cubicBezTo>
                  <a:cubicBezTo>
                    <a:pt x="28405" y="25502"/>
                    <a:pt x="27401" y="23049"/>
                    <a:pt x="25617" y="21404"/>
                  </a:cubicBezTo>
                  <a:cubicBezTo>
                    <a:pt x="24502" y="20373"/>
                    <a:pt x="23025" y="19509"/>
                    <a:pt x="22607" y="18031"/>
                  </a:cubicBezTo>
                  <a:cubicBezTo>
                    <a:pt x="22022" y="15941"/>
                    <a:pt x="23806" y="13655"/>
                    <a:pt x="22997" y="11648"/>
                  </a:cubicBezTo>
                  <a:cubicBezTo>
                    <a:pt x="22328" y="10059"/>
                    <a:pt x="20377" y="9502"/>
                    <a:pt x="18649" y="9362"/>
                  </a:cubicBezTo>
                  <a:cubicBezTo>
                    <a:pt x="16892" y="9223"/>
                    <a:pt x="14997" y="9251"/>
                    <a:pt x="13687" y="8108"/>
                  </a:cubicBezTo>
                  <a:cubicBezTo>
                    <a:pt x="12432" y="7021"/>
                    <a:pt x="12126" y="5209"/>
                    <a:pt x="11401" y="3704"/>
                  </a:cubicBezTo>
                  <a:cubicBezTo>
                    <a:pt x="10338" y="1578"/>
                    <a:pt x="8026" y="0"/>
                    <a:pt x="567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490;p30"/>
            <p:cNvSpPr/>
            <p:nvPr/>
          </p:nvSpPr>
          <p:spPr>
            <a:xfrm>
              <a:off x="5401080" y="3083400"/>
              <a:ext cx="402840" cy="63144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631440"/>
                <a:gd name="textAreaBottom" fmla="*/ 631800 h 631440"/>
              </a:gdLst>
              <a:ahLst/>
              <a:cxnLst/>
              <a:rect l="textAreaLeft" t="textAreaTop" r="textAreaRight" b="textAreaBottom"/>
              <a:pathLst>
                <a:path fill="none" w="16196" h="25368">
                  <a:moveTo>
                    <a:pt x="0" y="1"/>
                  </a:moveTo>
                  <a:cubicBezTo>
                    <a:pt x="6746" y="7471"/>
                    <a:pt x="12265" y="16085"/>
                    <a:pt x="16196" y="25367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491;p30"/>
            <p:cNvSpPr/>
            <p:nvPr/>
          </p:nvSpPr>
          <p:spPr>
            <a:xfrm>
              <a:off x="5406120" y="3313080"/>
              <a:ext cx="190440" cy="3852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fill="none" w="7667" h="1562">
                  <a:moveTo>
                    <a:pt x="0" y="0"/>
                  </a:moveTo>
                  <a:cubicBezTo>
                    <a:pt x="2342" y="1227"/>
                    <a:pt x="5130" y="1561"/>
                    <a:pt x="7666" y="892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492;p30"/>
            <p:cNvSpPr/>
            <p:nvPr/>
          </p:nvSpPr>
          <p:spPr>
            <a:xfrm>
              <a:off x="5635080" y="3241440"/>
              <a:ext cx="40680" cy="15012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1645" h="6050">
                  <a:moveTo>
                    <a:pt x="0" y="6049"/>
                  </a:moveTo>
                  <a:cubicBezTo>
                    <a:pt x="1255" y="4321"/>
                    <a:pt x="1645" y="2035"/>
                    <a:pt x="1004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493;p30"/>
            <p:cNvSpPr/>
            <p:nvPr/>
          </p:nvSpPr>
          <p:spPr>
            <a:xfrm>
              <a:off x="5623920" y="3580920"/>
              <a:ext cx="132840" cy="316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fill="none" w="5353" h="1283">
                  <a:moveTo>
                    <a:pt x="0" y="0"/>
                  </a:moveTo>
                  <a:cubicBezTo>
                    <a:pt x="1645" y="864"/>
                    <a:pt x="3513" y="1282"/>
                    <a:pt x="5352" y="1227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494;p30"/>
            <p:cNvSpPr/>
            <p:nvPr/>
          </p:nvSpPr>
          <p:spPr>
            <a:xfrm>
              <a:off x="5777280" y="3536640"/>
              <a:ext cx="46800" cy="1134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113400"/>
                <a:gd name="textAreaBottom" fmla="*/ 113760 h 113400"/>
              </a:gdLst>
              <a:ahLst/>
              <a:cxnLst/>
              <a:rect l="textAreaLeft" t="textAreaTop" r="textAreaRight" b="textAreaBottom"/>
              <a:pathLst>
                <a:path fill="none" w="1897" h="4572">
                  <a:moveTo>
                    <a:pt x="1" y="4572"/>
                  </a:moveTo>
                  <a:cubicBezTo>
                    <a:pt x="1227" y="3429"/>
                    <a:pt x="1896" y="1728"/>
                    <a:pt x="1785" y="0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495;p30"/>
            <p:cNvSpPr/>
            <p:nvPr/>
          </p:nvSpPr>
          <p:spPr>
            <a:xfrm>
              <a:off x="5238000" y="2931840"/>
              <a:ext cx="688320" cy="817560"/>
            </a:xfrm>
            <a:custGeom>
              <a:avLst/>
              <a:gdLst>
                <a:gd name="textAreaLeft" fmla="*/ 0 w 688320"/>
                <a:gd name="textAreaRight" fmla="*/ 688680 w 688320"/>
                <a:gd name="textAreaTop" fmla="*/ 0 h 817560"/>
                <a:gd name="textAreaBottom" fmla="*/ 817920 h 817560"/>
              </a:gdLst>
              <a:ahLst/>
              <a:cxnLst/>
              <a:rect l="textAreaLeft" t="textAreaTop" r="textAreaRight" b="textAreaBottom"/>
              <a:pathLst>
                <a:path w="27653" h="32842">
                  <a:moveTo>
                    <a:pt x="5683" y="0"/>
                  </a:moveTo>
                  <a:cubicBezTo>
                    <a:pt x="5369" y="0"/>
                    <a:pt x="5054" y="29"/>
                    <a:pt x="4739" y="88"/>
                  </a:cubicBezTo>
                  <a:cubicBezTo>
                    <a:pt x="2091" y="562"/>
                    <a:pt x="1" y="3489"/>
                    <a:pt x="753" y="6082"/>
                  </a:cubicBezTo>
                  <a:cubicBezTo>
                    <a:pt x="1283" y="7782"/>
                    <a:pt x="2816" y="9036"/>
                    <a:pt x="3290" y="10765"/>
                  </a:cubicBezTo>
                  <a:cubicBezTo>
                    <a:pt x="3959" y="13190"/>
                    <a:pt x="2370" y="15922"/>
                    <a:pt x="3485" y="18207"/>
                  </a:cubicBezTo>
                  <a:cubicBezTo>
                    <a:pt x="4962" y="21274"/>
                    <a:pt x="10036" y="20744"/>
                    <a:pt x="11876" y="23643"/>
                  </a:cubicBezTo>
                  <a:cubicBezTo>
                    <a:pt x="12823" y="25093"/>
                    <a:pt x="12572" y="26988"/>
                    <a:pt x="12851" y="28716"/>
                  </a:cubicBezTo>
                  <a:cubicBezTo>
                    <a:pt x="13102" y="30222"/>
                    <a:pt x="13743" y="31643"/>
                    <a:pt x="14691" y="32842"/>
                  </a:cubicBezTo>
                  <a:cubicBezTo>
                    <a:pt x="14496" y="32229"/>
                    <a:pt x="14356" y="31615"/>
                    <a:pt x="14245" y="31030"/>
                  </a:cubicBezTo>
                  <a:cubicBezTo>
                    <a:pt x="13938" y="29023"/>
                    <a:pt x="14022" y="27016"/>
                    <a:pt x="13715" y="25037"/>
                  </a:cubicBezTo>
                  <a:cubicBezTo>
                    <a:pt x="13409" y="23030"/>
                    <a:pt x="12545" y="21023"/>
                    <a:pt x="10788" y="20019"/>
                  </a:cubicBezTo>
                  <a:cubicBezTo>
                    <a:pt x="9088" y="19044"/>
                    <a:pt x="6746" y="19099"/>
                    <a:pt x="5492" y="17566"/>
                  </a:cubicBezTo>
                  <a:cubicBezTo>
                    <a:pt x="4739" y="16619"/>
                    <a:pt x="4628" y="15308"/>
                    <a:pt x="4656" y="14110"/>
                  </a:cubicBezTo>
                  <a:cubicBezTo>
                    <a:pt x="4739" y="12911"/>
                    <a:pt x="4935" y="11685"/>
                    <a:pt x="4656" y="10486"/>
                  </a:cubicBezTo>
                  <a:cubicBezTo>
                    <a:pt x="4377" y="9204"/>
                    <a:pt x="3624" y="8089"/>
                    <a:pt x="3095" y="6918"/>
                  </a:cubicBezTo>
                  <a:cubicBezTo>
                    <a:pt x="2565" y="5719"/>
                    <a:pt x="2314" y="4214"/>
                    <a:pt x="3095" y="3155"/>
                  </a:cubicBezTo>
                  <a:cubicBezTo>
                    <a:pt x="3622" y="2426"/>
                    <a:pt x="4484" y="2103"/>
                    <a:pt x="5381" y="2103"/>
                  </a:cubicBezTo>
                  <a:cubicBezTo>
                    <a:pt x="6098" y="2103"/>
                    <a:pt x="6837" y="2310"/>
                    <a:pt x="7443" y="2681"/>
                  </a:cubicBezTo>
                  <a:cubicBezTo>
                    <a:pt x="8809" y="3573"/>
                    <a:pt x="9646" y="4995"/>
                    <a:pt x="10482" y="6388"/>
                  </a:cubicBezTo>
                  <a:cubicBezTo>
                    <a:pt x="11318" y="7754"/>
                    <a:pt x="12210" y="9176"/>
                    <a:pt x="13660" y="9901"/>
                  </a:cubicBezTo>
                  <a:cubicBezTo>
                    <a:pt x="14914" y="10542"/>
                    <a:pt x="16336" y="10542"/>
                    <a:pt x="17701" y="10737"/>
                  </a:cubicBezTo>
                  <a:cubicBezTo>
                    <a:pt x="19039" y="10960"/>
                    <a:pt x="20517" y="11545"/>
                    <a:pt x="21102" y="12800"/>
                  </a:cubicBezTo>
                  <a:cubicBezTo>
                    <a:pt x="21771" y="14249"/>
                    <a:pt x="20963" y="15977"/>
                    <a:pt x="21130" y="17594"/>
                  </a:cubicBezTo>
                  <a:cubicBezTo>
                    <a:pt x="21353" y="19908"/>
                    <a:pt x="23555" y="21469"/>
                    <a:pt x="25507" y="22807"/>
                  </a:cubicBezTo>
                  <a:cubicBezTo>
                    <a:pt x="26231" y="23281"/>
                    <a:pt x="26984" y="23838"/>
                    <a:pt x="27653" y="24479"/>
                  </a:cubicBezTo>
                  <a:cubicBezTo>
                    <a:pt x="27207" y="23309"/>
                    <a:pt x="26482" y="22249"/>
                    <a:pt x="25562" y="21413"/>
                  </a:cubicBezTo>
                  <a:cubicBezTo>
                    <a:pt x="24447" y="20354"/>
                    <a:pt x="22998" y="19490"/>
                    <a:pt x="22580" y="18012"/>
                  </a:cubicBezTo>
                  <a:cubicBezTo>
                    <a:pt x="21966" y="15977"/>
                    <a:pt x="23750" y="13664"/>
                    <a:pt x="22942" y="11657"/>
                  </a:cubicBezTo>
                  <a:cubicBezTo>
                    <a:pt x="22301" y="10040"/>
                    <a:pt x="20294" y="9482"/>
                    <a:pt x="18593" y="9343"/>
                  </a:cubicBezTo>
                  <a:cubicBezTo>
                    <a:pt x="16865" y="9204"/>
                    <a:pt x="14970" y="9204"/>
                    <a:pt x="13660" y="8089"/>
                  </a:cubicBezTo>
                  <a:cubicBezTo>
                    <a:pt x="12405" y="7002"/>
                    <a:pt x="12126" y="5190"/>
                    <a:pt x="11346" y="3712"/>
                  </a:cubicBezTo>
                  <a:cubicBezTo>
                    <a:pt x="10265" y="1575"/>
                    <a:pt x="8015" y="0"/>
                    <a:pt x="568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496;p30"/>
            <p:cNvSpPr/>
            <p:nvPr/>
          </p:nvSpPr>
          <p:spPr>
            <a:xfrm>
              <a:off x="5395680" y="3190680"/>
              <a:ext cx="96120" cy="8532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875" h="3435">
                  <a:moveTo>
                    <a:pt x="1296" y="1"/>
                  </a:moveTo>
                  <a:cubicBezTo>
                    <a:pt x="1114" y="1"/>
                    <a:pt x="947" y="77"/>
                    <a:pt x="809" y="257"/>
                  </a:cubicBezTo>
                  <a:cubicBezTo>
                    <a:pt x="0" y="1344"/>
                    <a:pt x="2063" y="2933"/>
                    <a:pt x="2760" y="3268"/>
                  </a:cubicBezTo>
                  <a:cubicBezTo>
                    <a:pt x="2927" y="3351"/>
                    <a:pt x="3133" y="3434"/>
                    <a:pt x="3320" y="3434"/>
                  </a:cubicBezTo>
                  <a:cubicBezTo>
                    <a:pt x="3445" y="3434"/>
                    <a:pt x="3562" y="3397"/>
                    <a:pt x="3652" y="3296"/>
                  </a:cubicBezTo>
                  <a:cubicBezTo>
                    <a:pt x="3875" y="3100"/>
                    <a:pt x="3791" y="2766"/>
                    <a:pt x="3736" y="2515"/>
                  </a:cubicBezTo>
                  <a:cubicBezTo>
                    <a:pt x="3550" y="1957"/>
                    <a:pt x="2218" y="1"/>
                    <a:pt x="1296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497;p30"/>
            <p:cNvSpPr/>
            <p:nvPr/>
          </p:nvSpPr>
          <p:spPr>
            <a:xfrm>
              <a:off x="5884200" y="2871720"/>
              <a:ext cx="229320" cy="400680"/>
            </a:xfrm>
            <a:custGeom>
              <a:avLst/>
              <a:gdLst>
                <a:gd name="textAreaLeft" fmla="*/ 0 w 229320"/>
                <a:gd name="textAreaRight" fmla="*/ 229680 w 229320"/>
                <a:gd name="textAreaTop" fmla="*/ 0 h 400680"/>
                <a:gd name="textAreaBottom" fmla="*/ 401040 h 400680"/>
              </a:gdLst>
              <a:ahLst/>
              <a:cxnLst/>
              <a:rect l="textAreaLeft" t="textAreaTop" r="textAreaRight" b="textAreaBottom"/>
              <a:pathLst>
                <a:path w="9228" h="16105">
                  <a:moveTo>
                    <a:pt x="3281" y="0"/>
                  </a:moveTo>
                  <a:cubicBezTo>
                    <a:pt x="3218" y="0"/>
                    <a:pt x="3155" y="8"/>
                    <a:pt x="3095" y="25"/>
                  </a:cubicBezTo>
                  <a:cubicBezTo>
                    <a:pt x="2788" y="80"/>
                    <a:pt x="2537" y="331"/>
                    <a:pt x="2398" y="610"/>
                  </a:cubicBezTo>
                  <a:cubicBezTo>
                    <a:pt x="2258" y="889"/>
                    <a:pt x="2231" y="1195"/>
                    <a:pt x="2175" y="1530"/>
                  </a:cubicBezTo>
                  <a:cubicBezTo>
                    <a:pt x="2103" y="3087"/>
                    <a:pt x="2422" y="4685"/>
                    <a:pt x="3150" y="6077"/>
                  </a:cubicBezTo>
                  <a:lnTo>
                    <a:pt x="3150" y="6077"/>
                  </a:lnTo>
                  <a:cubicBezTo>
                    <a:pt x="2780" y="5502"/>
                    <a:pt x="2347" y="4971"/>
                    <a:pt x="1840" y="4485"/>
                  </a:cubicBezTo>
                  <a:cubicBezTo>
                    <a:pt x="1562" y="4234"/>
                    <a:pt x="1255" y="3983"/>
                    <a:pt x="893" y="3983"/>
                  </a:cubicBezTo>
                  <a:cubicBezTo>
                    <a:pt x="474" y="3983"/>
                    <a:pt x="168" y="4373"/>
                    <a:pt x="56" y="4763"/>
                  </a:cubicBezTo>
                  <a:cubicBezTo>
                    <a:pt x="1" y="5182"/>
                    <a:pt x="56" y="5600"/>
                    <a:pt x="168" y="5990"/>
                  </a:cubicBezTo>
                  <a:cubicBezTo>
                    <a:pt x="753" y="8220"/>
                    <a:pt x="1924" y="10227"/>
                    <a:pt x="3401" y="11927"/>
                  </a:cubicBezTo>
                  <a:cubicBezTo>
                    <a:pt x="4321" y="12987"/>
                    <a:pt x="5353" y="13879"/>
                    <a:pt x="6468" y="14771"/>
                  </a:cubicBezTo>
                  <a:cubicBezTo>
                    <a:pt x="6997" y="15133"/>
                    <a:pt x="7527" y="15495"/>
                    <a:pt x="8029" y="15802"/>
                  </a:cubicBezTo>
                  <a:cubicBezTo>
                    <a:pt x="8147" y="15873"/>
                    <a:pt x="8426" y="16105"/>
                    <a:pt x="8627" y="16105"/>
                  </a:cubicBezTo>
                  <a:cubicBezTo>
                    <a:pt x="8663" y="16105"/>
                    <a:pt x="8696" y="16098"/>
                    <a:pt x="8726" y="16081"/>
                  </a:cubicBezTo>
                  <a:cubicBezTo>
                    <a:pt x="8921" y="15969"/>
                    <a:pt x="8921" y="15495"/>
                    <a:pt x="8949" y="15328"/>
                  </a:cubicBezTo>
                  <a:cubicBezTo>
                    <a:pt x="9144" y="14129"/>
                    <a:pt x="9227" y="12959"/>
                    <a:pt x="9199" y="11760"/>
                  </a:cubicBezTo>
                  <a:cubicBezTo>
                    <a:pt x="9088" y="9391"/>
                    <a:pt x="8530" y="7021"/>
                    <a:pt x="7499" y="4903"/>
                  </a:cubicBezTo>
                  <a:cubicBezTo>
                    <a:pt x="7360" y="4624"/>
                    <a:pt x="7220" y="4373"/>
                    <a:pt x="6997" y="4178"/>
                  </a:cubicBezTo>
                  <a:cubicBezTo>
                    <a:pt x="6854" y="4015"/>
                    <a:pt x="6637" y="3911"/>
                    <a:pt x="6421" y="3911"/>
                  </a:cubicBezTo>
                  <a:cubicBezTo>
                    <a:pt x="6342" y="3911"/>
                    <a:pt x="6264" y="3925"/>
                    <a:pt x="6189" y="3955"/>
                  </a:cubicBezTo>
                  <a:cubicBezTo>
                    <a:pt x="5910" y="4067"/>
                    <a:pt x="5743" y="4317"/>
                    <a:pt x="5715" y="4596"/>
                  </a:cubicBezTo>
                  <a:cubicBezTo>
                    <a:pt x="5703" y="4715"/>
                    <a:pt x="5701" y="4834"/>
                    <a:pt x="5708" y="4953"/>
                  </a:cubicBezTo>
                  <a:lnTo>
                    <a:pt x="5708" y="4953"/>
                  </a:lnTo>
                  <a:cubicBezTo>
                    <a:pt x="5511" y="3642"/>
                    <a:pt x="5119" y="2361"/>
                    <a:pt x="4572" y="1167"/>
                  </a:cubicBezTo>
                  <a:cubicBezTo>
                    <a:pt x="4377" y="861"/>
                    <a:pt x="4238" y="582"/>
                    <a:pt x="4015" y="331"/>
                  </a:cubicBezTo>
                  <a:cubicBezTo>
                    <a:pt x="3813" y="130"/>
                    <a:pt x="3540" y="0"/>
                    <a:pt x="3281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498;p30"/>
            <p:cNvSpPr/>
            <p:nvPr/>
          </p:nvSpPr>
          <p:spPr>
            <a:xfrm>
              <a:off x="5976000" y="2950920"/>
              <a:ext cx="102960" cy="28008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280080"/>
                <a:gd name="textAreaBottom" fmla="*/ 280440 h 280080"/>
              </a:gdLst>
              <a:ahLst/>
              <a:cxnLst/>
              <a:rect l="textAreaLeft" t="textAreaTop" r="textAreaRight" b="textAreaBottom"/>
              <a:pathLst>
                <a:path fill="none" w="4154" h="11263">
                  <a:moveTo>
                    <a:pt x="0" y="1"/>
                  </a:moveTo>
                  <a:cubicBezTo>
                    <a:pt x="1227" y="3819"/>
                    <a:pt x="2593" y="7583"/>
                    <a:pt x="4154" y="11262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499;p30"/>
            <p:cNvSpPr/>
            <p:nvPr/>
          </p:nvSpPr>
          <p:spPr>
            <a:xfrm>
              <a:off x="6052320" y="3008520"/>
              <a:ext cx="25920" cy="21744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217440"/>
                <a:gd name="textAreaBottom" fmla="*/ 217800 h 217440"/>
              </a:gdLst>
              <a:ahLst/>
              <a:cxnLst/>
              <a:rect l="textAreaLeft" t="textAreaTop" r="textAreaRight" b="textAreaBottom"/>
              <a:pathLst>
                <a:path fill="none" w="1060" h="8753">
                  <a:moveTo>
                    <a:pt x="0" y="0"/>
                  </a:moveTo>
                  <a:cubicBezTo>
                    <a:pt x="363" y="2927"/>
                    <a:pt x="697" y="5826"/>
                    <a:pt x="1060" y="8753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500;p30"/>
            <p:cNvSpPr/>
            <p:nvPr/>
          </p:nvSpPr>
          <p:spPr>
            <a:xfrm>
              <a:off x="5932080" y="3025080"/>
              <a:ext cx="116280" cy="19944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199440"/>
                <a:gd name="textAreaBottom" fmla="*/ 199800 h 199440"/>
              </a:gdLst>
              <a:ahLst/>
              <a:cxnLst/>
              <a:rect l="textAreaLeft" t="textAreaTop" r="textAreaRight" b="textAreaBottom"/>
              <a:pathLst>
                <a:path fill="none" w="4685" h="8029">
                  <a:moveTo>
                    <a:pt x="1" y="0"/>
                  </a:moveTo>
                  <a:cubicBezTo>
                    <a:pt x="1283" y="2816"/>
                    <a:pt x="2844" y="5547"/>
                    <a:pt x="4684" y="8028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501;p30"/>
            <p:cNvSpPr/>
            <p:nvPr/>
          </p:nvSpPr>
          <p:spPr>
            <a:xfrm>
              <a:off x="5830920" y="3061080"/>
              <a:ext cx="272520" cy="221760"/>
            </a:xfrm>
            <a:custGeom>
              <a:avLst/>
              <a:gdLst>
                <a:gd name="textAreaLeft" fmla="*/ 0 w 272520"/>
                <a:gd name="textAreaRight" fmla="*/ 272880 w 272520"/>
                <a:gd name="textAreaTop" fmla="*/ 0 h 221760"/>
                <a:gd name="textAreaBottom" fmla="*/ 222120 h 221760"/>
              </a:gdLst>
              <a:ahLst/>
              <a:cxnLst/>
              <a:rect l="textAreaLeft" t="textAreaTop" r="textAreaRight" b="textAreaBottom"/>
              <a:pathLst>
                <a:path w="10956" h="8927">
                  <a:moveTo>
                    <a:pt x="809" y="0"/>
                  </a:moveTo>
                  <a:cubicBezTo>
                    <a:pt x="635" y="0"/>
                    <a:pt x="471" y="39"/>
                    <a:pt x="335" y="138"/>
                  </a:cubicBezTo>
                  <a:cubicBezTo>
                    <a:pt x="0" y="389"/>
                    <a:pt x="56" y="835"/>
                    <a:pt x="112" y="1225"/>
                  </a:cubicBezTo>
                  <a:cubicBezTo>
                    <a:pt x="474" y="3037"/>
                    <a:pt x="1784" y="4514"/>
                    <a:pt x="3206" y="5657"/>
                  </a:cubicBezTo>
                  <a:cubicBezTo>
                    <a:pt x="4878" y="6967"/>
                    <a:pt x="6774" y="7943"/>
                    <a:pt x="8837" y="8556"/>
                  </a:cubicBezTo>
                  <a:cubicBezTo>
                    <a:pt x="9218" y="8683"/>
                    <a:pt x="9830" y="8926"/>
                    <a:pt x="10273" y="8926"/>
                  </a:cubicBezTo>
                  <a:cubicBezTo>
                    <a:pt x="10316" y="8926"/>
                    <a:pt x="10358" y="8924"/>
                    <a:pt x="10398" y="8919"/>
                  </a:cubicBezTo>
                  <a:cubicBezTo>
                    <a:pt x="10955" y="8863"/>
                    <a:pt x="10426" y="8082"/>
                    <a:pt x="10286" y="7720"/>
                  </a:cubicBezTo>
                  <a:cubicBezTo>
                    <a:pt x="9840" y="6633"/>
                    <a:pt x="9311" y="5546"/>
                    <a:pt x="8697" y="4542"/>
                  </a:cubicBezTo>
                  <a:cubicBezTo>
                    <a:pt x="7973" y="3399"/>
                    <a:pt x="7164" y="2340"/>
                    <a:pt x="6244" y="1365"/>
                  </a:cubicBezTo>
                  <a:cubicBezTo>
                    <a:pt x="6049" y="1120"/>
                    <a:pt x="5767" y="876"/>
                    <a:pt x="5475" y="876"/>
                  </a:cubicBezTo>
                  <a:cubicBezTo>
                    <a:pt x="5434" y="876"/>
                    <a:pt x="5393" y="880"/>
                    <a:pt x="5352" y="891"/>
                  </a:cubicBezTo>
                  <a:cubicBezTo>
                    <a:pt x="4962" y="946"/>
                    <a:pt x="4767" y="1392"/>
                    <a:pt x="4823" y="1811"/>
                  </a:cubicBezTo>
                  <a:cubicBezTo>
                    <a:pt x="4878" y="2201"/>
                    <a:pt x="5157" y="2507"/>
                    <a:pt x="5408" y="2842"/>
                  </a:cubicBezTo>
                  <a:cubicBezTo>
                    <a:pt x="4321" y="1643"/>
                    <a:pt x="2983" y="696"/>
                    <a:pt x="1478" y="138"/>
                  </a:cubicBezTo>
                  <a:cubicBezTo>
                    <a:pt x="1261" y="61"/>
                    <a:pt x="1027" y="0"/>
                    <a:pt x="80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502;p30"/>
            <p:cNvSpPr/>
            <p:nvPr/>
          </p:nvSpPr>
          <p:spPr>
            <a:xfrm>
              <a:off x="5885640" y="3144600"/>
              <a:ext cx="160560" cy="1072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fill="none" w="6468" h="4322">
                  <a:moveTo>
                    <a:pt x="6467" y="4321"/>
                  </a:moveTo>
                  <a:cubicBezTo>
                    <a:pt x="4293" y="2900"/>
                    <a:pt x="2147" y="1450"/>
                    <a:pt x="0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53640" bIns="53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503;p30"/>
            <p:cNvSpPr/>
            <p:nvPr/>
          </p:nvSpPr>
          <p:spPr>
            <a:xfrm>
              <a:off x="5976000" y="3118680"/>
              <a:ext cx="89280" cy="1328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32840"/>
                <a:gd name="textAreaBottom" fmla="*/ 133200 h 132840"/>
              </a:gdLst>
              <a:ahLst/>
              <a:cxnLst/>
              <a:rect l="textAreaLeft" t="textAreaTop" r="textAreaRight" b="textAreaBottom"/>
              <a:pathLst>
                <a:path fill="none" w="3597" h="5353">
                  <a:moveTo>
                    <a:pt x="0" y="0"/>
                  </a:moveTo>
                  <a:cubicBezTo>
                    <a:pt x="1199" y="1784"/>
                    <a:pt x="2425" y="3596"/>
                    <a:pt x="3596" y="5352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66600" bIns="66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504;p30"/>
            <p:cNvSpPr/>
            <p:nvPr/>
          </p:nvSpPr>
          <p:spPr>
            <a:xfrm>
              <a:off x="6079320" y="2959560"/>
              <a:ext cx="152280" cy="286920"/>
            </a:xfrm>
            <a:custGeom>
              <a:avLst/>
              <a:gdLst>
                <a:gd name="textAreaLeft" fmla="*/ 0 w 152280"/>
                <a:gd name="textAreaRight" fmla="*/ 152640 w 152280"/>
                <a:gd name="textAreaTop" fmla="*/ 0 h 286920"/>
                <a:gd name="textAreaBottom" fmla="*/ 287280 h 286920"/>
              </a:gdLst>
              <a:ahLst/>
              <a:cxnLst/>
              <a:rect l="textAreaLeft" t="textAreaTop" r="textAreaRight" b="textAreaBottom"/>
              <a:pathLst>
                <a:path w="6134" h="11532">
                  <a:moveTo>
                    <a:pt x="3590" y="0"/>
                  </a:moveTo>
                  <a:cubicBezTo>
                    <a:pt x="3340" y="0"/>
                    <a:pt x="3086" y="118"/>
                    <a:pt x="2927" y="378"/>
                  </a:cubicBezTo>
                  <a:cubicBezTo>
                    <a:pt x="2258" y="1438"/>
                    <a:pt x="1952" y="2776"/>
                    <a:pt x="2119" y="4030"/>
                  </a:cubicBezTo>
                  <a:lnTo>
                    <a:pt x="1785" y="3500"/>
                  </a:lnTo>
                  <a:cubicBezTo>
                    <a:pt x="1620" y="3259"/>
                    <a:pt x="1374" y="3145"/>
                    <a:pt x="1128" y="3145"/>
                  </a:cubicBezTo>
                  <a:cubicBezTo>
                    <a:pt x="835" y="3145"/>
                    <a:pt x="543" y="3308"/>
                    <a:pt x="391" y="3612"/>
                  </a:cubicBezTo>
                  <a:cubicBezTo>
                    <a:pt x="307" y="3751"/>
                    <a:pt x="251" y="3918"/>
                    <a:pt x="224" y="4058"/>
                  </a:cubicBezTo>
                  <a:cubicBezTo>
                    <a:pt x="28" y="4615"/>
                    <a:pt x="1" y="5201"/>
                    <a:pt x="28" y="5814"/>
                  </a:cubicBezTo>
                  <a:cubicBezTo>
                    <a:pt x="84" y="6957"/>
                    <a:pt x="279" y="8100"/>
                    <a:pt x="586" y="9215"/>
                  </a:cubicBezTo>
                  <a:cubicBezTo>
                    <a:pt x="781" y="9800"/>
                    <a:pt x="1060" y="11417"/>
                    <a:pt x="1812" y="11528"/>
                  </a:cubicBezTo>
                  <a:cubicBezTo>
                    <a:pt x="1834" y="11531"/>
                    <a:pt x="1856" y="11532"/>
                    <a:pt x="1877" y="11532"/>
                  </a:cubicBezTo>
                  <a:cubicBezTo>
                    <a:pt x="2619" y="11532"/>
                    <a:pt x="3075" y="10148"/>
                    <a:pt x="3346" y="9633"/>
                  </a:cubicBezTo>
                  <a:cubicBezTo>
                    <a:pt x="4321" y="7877"/>
                    <a:pt x="5241" y="6093"/>
                    <a:pt x="5854" y="4197"/>
                  </a:cubicBezTo>
                  <a:cubicBezTo>
                    <a:pt x="6022" y="3751"/>
                    <a:pt x="6133" y="3249"/>
                    <a:pt x="5966" y="2776"/>
                  </a:cubicBezTo>
                  <a:cubicBezTo>
                    <a:pt x="5826" y="2469"/>
                    <a:pt x="5548" y="2218"/>
                    <a:pt x="5241" y="2218"/>
                  </a:cubicBezTo>
                  <a:cubicBezTo>
                    <a:pt x="5228" y="2217"/>
                    <a:pt x="5216" y="2217"/>
                    <a:pt x="5203" y="2217"/>
                  </a:cubicBezTo>
                  <a:cubicBezTo>
                    <a:pt x="4697" y="2217"/>
                    <a:pt x="4400" y="2759"/>
                    <a:pt x="4210" y="3222"/>
                  </a:cubicBezTo>
                  <a:cubicBezTo>
                    <a:pt x="4433" y="2385"/>
                    <a:pt x="4461" y="1521"/>
                    <a:pt x="4349" y="685"/>
                  </a:cubicBezTo>
                  <a:cubicBezTo>
                    <a:pt x="4316" y="254"/>
                    <a:pt x="3958" y="0"/>
                    <a:pt x="359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505;p30"/>
            <p:cNvSpPr/>
            <p:nvPr/>
          </p:nvSpPr>
          <p:spPr>
            <a:xfrm>
              <a:off x="6111360" y="3101400"/>
              <a:ext cx="8640" cy="135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fill="none" w="364" h="5437">
                  <a:moveTo>
                    <a:pt x="363" y="5436"/>
                  </a:moveTo>
                  <a:cubicBezTo>
                    <a:pt x="112" y="3624"/>
                    <a:pt x="1" y="1812"/>
                    <a:pt x="84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506;p30"/>
            <p:cNvSpPr/>
            <p:nvPr/>
          </p:nvSpPr>
          <p:spPr>
            <a:xfrm>
              <a:off x="6130080" y="3015360"/>
              <a:ext cx="28080" cy="2134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fill="none" w="1144" h="8587">
                  <a:moveTo>
                    <a:pt x="0" y="8586"/>
                  </a:moveTo>
                  <a:cubicBezTo>
                    <a:pt x="196" y="5715"/>
                    <a:pt x="586" y="2844"/>
                    <a:pt x="1143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507;p30"/>
            <p:cNvSpPr/>
            <p:nvPr/>
          </p:nvSpPr>
          <p:spPr>
            <a:xfrm>
              <a:off x="6139080" y="3056400"/>
              <a:ext cx="57240" cy="17244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fill="none" w="2315" h="6942">
                  <a:moveTo>
                    <a:pt x="1" y="6941"/>
                  </a:moveTo>
                  <a:cubicBezTo>
                    <a:pt x="530" y="4572"/>
                    <a:pt x="1339" y="2231"/>
                    <a:pt x="2314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508;p30"/>
            <p:cNvSpPr/>
            <p:nvPr/>
          </p:nvSpPr>
          <p:spPr>
            <a:xfrm>
              <a:off x="5977800" y="3224520"/>
              <a:ext cx="384840" cy="587520"/>
            </a:xfrm>
            <a:custGeom>
              <a:avLst/>
              <a:gdLst>
                <a:gd name="textAreaLeft" fmla="*/ 0 w 384840"/>
                <a:gd name="textAreaRight" fmla="*/ 385200 w 384840"/>
                <a:gd name="textAreaTop" fmla="*/ 0 h 587520"/>
                <a:gd name="textAreaBottom" fmla="*/ 587880 h 587520"/>
              </a:gdLst>
              <a:ahLst/>
              <a:cxnLst/>
              <a:rect l="textAreaLeft" t="textAreaTop" r="textAreaRight" b="textAreaBottom"/>
              <a:pathLst>
                <a:path w="15472" h="23603">
                  <a:moveTo>
                    <a:pt x="6323" y="0"/>
                  </a:moveTo>
                  <a:cubicBezTo>
                    <a:pt x="5418" y="0"/>
                    <a:pt x="4512" y="258"/>
                    <a:pt x="3764" y="773"/>
                  </a:cubicBezTo>
                  <a:cubicBezTo>
                    <a:pt x="1" y="3282"/>
                    <a:pt x="2816" y="7240"/>
                    <a:pt x="4321" y="10223"/>
                  </a:cubicBezTo>
                  <a:cubicBezTo>
                    <a:pt x="6245" y="14041"/>
                    <a:pt x="8391" y="17777"/>
                    <a:pt x="10761" y="21401"/>
                  </a:cubicBezTo>
                  <a:cubicBezTo>
                    <a:pt x="11179" y="22070"/>
                    <a:pt x="11625" y="22711"/>
                    <a:pt x="12294" y="23185"/>
                  </a:cubicBezTo>
                  <a:cubicBezTo>
                    <a:pt x="12686" y="23446"/>
                    <a:pt x="13155" y="23602"/>
                    <a:pt x="13611" y="23602"/>
                  </a:cubicBezTo>
                  <a:cubicBezTo>
                    <a:pt x="13932" y="23602"/>
                    <a:pt x="14247" y="23525"/>
                    <a:pt x="14524" y="23352"/>
                  </a:cubicBezTo>
                  <a:cubicBezTo>
                    <a:pt x="15444" y="22766"/>
                    <a:pt x="15472" y="21428"/>
                    <a:pt x="15332" y="20313"/>
                  </a:cubicBezTo>
                  <a:cubicBezTo>
                    <a:pt x="14803" y="15463"/>
                    <a:pt x="13715" y="10669"/>
                    <a:pt x="12182" y="6041"/>
                  </a:cubicBezTo>
                  <a:cubicBezTo>
                    <a:pt x="11430" y="3728"/>
                    <a:pt x="10315" y="1302"/>
                    <a:pt x="8112" y="355"/>
                  </a:cubicBezTo>
                  <a:cubicBezTo>
                    <a:pt x="7550" y="118"/>
                    <a:pt x="6937" y="0"/>
                    <a:pt x="632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509;p30"/>
            <p:cNvSpPr/>
            <p:nvPr/>
          </p:nvSpPr>
          <p:spPr>
            <a:xfrm>
              <a:off x="6057720" y="3372840"/>
              <a:ext cx="20520" cy="144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fill="none" w="837" h="587">
                  <a:moveTo>
                    <a:pt x="0" y="586"/>
                  </a:moveTo>
                  <a:cubicBezTo>
                    <a:pt x="168" y="307"/>
                    <a:pt x="474" y="84"/>
                    <a:pt x="837" y="1"/>
                  </a:cubicBezTo>
                </a:path>
              </a:pathLst>
            </a:custGeom>
            <a:noFill/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510;p30"/>
            <p:cNvSpPr/>
            <p:nvPr/>
          </p:nvSpPr>
          <p:spPr>
            <a:xfrm>
              <a:off x="6097320" y="3319920"/>
              <a:ext cx="107280" cy="3564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fill="none" w="4321" h="1450">
                  <a:moveTo>
                    <a:pt x="0" y="1450"/>
                  </a:moveTo>
                  <a:cubicBezTo>
                    <a:pt x="1338" y="669"/>
                    <a:pt x="2788" y="140"/>
                    <a:pt x="4321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511;p30"/>
            <p:cNvSpPr/>
            <p:nvPr/>
          </p:nvSpPr>
          <p:spPr>
            <a:xfrm>
              <a:off x="6071760" y="3285360"/>
              <a:ext cx="87120" cy="4140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fill="none" w="3514" h="1673">
                  <a:moveTo>
                    <a:pt x="1" y="1673"/>
                  </a:moveTo>
                  <a:cubicBezTo>
                    <a:pt x="865" y="669"/>
                    <a:pt x="2147" y="28"/>
                    <a:pt x="3513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512;p30"/>
            <p:cNvSpPr/>
            <p:nvPr/>
          </p:nvSpPr>
          <p:spPr>
            <a:xfrm>
              <a:off x="6180840" y="3276360"/>
              <a:ext cx="26640" cy="3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fill="none" w="1088" h="141">
                  <a:moveTo>
                    <a:pt x="0" y="140"/>
                  </a:moveTo>
                  <a:cubicBezTo>
                    <a:pt x="363" y="113"/>
                    <a:pt x="697" y="57"/>
                    <a:pt x="1087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513;p30"/>
            <p:cNvSpPr/>
            <p:nvPr/>
          </p:nvSpPr>
          <p:spPr>
            <a:xfrm>
              <a:off x="6093720" y="3395520"/>
              <a:ext cx="53280" cy="226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fill="none" w="2148" h="921">
                  <a:moveTo>
                    <a:pt x="1" y="920"/>
                  </a:moveTo>
                  <a:cubicBezTo>
                    <a:pt x="670" y="502"/>
                    <a:pt x="1367" y="196"/>
                    <a:pt x="2147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514;p30"/>
            <p:cNvSpPr/>
            <p:nvPr/>
          </p:nvSpPr>
          <p:spPr>
            <a:xfrm>
              <a:off x="6175800" y="3360960"/>
              <a:ext cx="72720" cy="1692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fill="none" w="2928" h="698">
                  <a:moveTo>
                    <a:pt x="0" y="698"/>
                  </a:moveTo>
                  <a:cubicBezTo>
                    <a:pt x="864" y="196"/>
                    <a:pt x="1924" y="1"/>
                    <a:pt x="2927" y="168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515;p30"/>
            <p:cNvSpPr/>
            <p:nvPr/>
          </p:nvSpPr>
          <p:spPr>
            <a:xfrm>
              <a:off x="6112800" y="3456720"/>
              <a:ext cx="29520" cy="241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fill="none" w="1200" h="977">
                  <a:moveTo>
                    <a:pt x="1" y="976"/>
                  </a:moveTo>
                  <a:cubicBezTo>
                    <a:pt x="279" y="530"/>
                    <a:pt x="725" y="168"/>
                    <a:pt x="1199" y="1"/>
                  </a:cubicBezTo>
                </a:path>
              </a:pathLst>
            </a:custGeom>
            <a:noFill/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516;p30"/>
            <p:cNvSpPr/>
            <p:nvPr/>
          </p:nvSpPr>
          <p:spPr>
            <a:xfrm>
              <a:off x="6199560" y="3420720"/>
              <a:ext cx="72720" cy="219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fill="none" w="2928" h="893">
                  <a:moveTo>
                    <a:pt x="1" y="892"/>
                  </a:moveTo>
                  <a:cubicBezTo>
                    <a:pt x="781" y="474"/>
                    <a:pt x="1673" y="195"/>
                    <a:pt x="2538" y="0"/>
                  </a:cubicBezTo>
                  <a:cubicBezTo>
                    <a:pt x="2677" y="0"/>
                    <a:pt x="2789" y="0"/>
                    <a:pt x="2928" y="28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517;p30"/>
            <p:cNvSpPr/>
            <p:nvPr/>
          </p:nvSpPr>
          <p:spPr>
            <a:xfrm>
              <a:off x="6180120" y="3402720"/>
              <a:ext cx="26640" cy="12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fill="none" w="1088" h="503">
                  <a:moveTo>
                    <a:pt x="0" y="502"/>
                  </a:moveTo>
                  <a:cubicBezTo>
                    <a:pt x="307" y="223"/>
                    <a:pt x="669" y="56"/>
                    <a:pt x="1088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518;p30"/>
            <p:cNvSpPr/>
            <p:nvPr/>
          </p:nvSpPr>
          <p:spPr>
            <a:xfrm>
              <a:off x="6152760" y="3515760"/>
              <a:ext cx="30960" cy="183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fill="none" w="1255" h="754">
                  <a:moveTo>
                    <a:pt x="0" y="754"/>
                  </a:moveTo>
                  <a:cubicBezTo>
                    <a:pt x="391" y="419"/>
                    <a:pt x="809" y="196"/>
                    <a:pt x="1255" y="1"/>
                  </a:cubicBezTo>
                </a:path>
              </a:pathLst>
            </a:custGeom>
            <a:noFill/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519;p30"/>
            <p:cNvSpPr/>
            <p:nvPr/>
          </p:nvSpPr>
          <p:spPr>
            <a:xfrm>
              <a:off x="6217560" y="3476160"/>
              <a:ext cx="63000" cy="2124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fill="none" w="2538" h="865">
                  <a:moveTo>
                    <a:pt x="1" y="864"/>
                  </a:moveTo>
                  <a:cubicBezTo>
                    <a:pt x="753" y="418"/>
                    <a:pt x="1645" y="139"/>
                    <a:pt x="2537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520;p30"/>
            <p:cNvSpPr/>
            <p:nvPr/>
          </p:nvSpPr>
          <p:spPr>
            <a:xfrm>
              <a:off x="6154920" y="3524760"/>
              <a:ext cx="110160" cy="5580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fill="none" w="4434" h="2259">
                  <a:moveTo>
                    <a:pt x="1" y="2258"/>
                  </a:moveTo>
                  <a:cubicBezTo>
                    <a:pt x="1255" y="1143"/>
                    <a:pt x="2788" y="335"/>
                    <a:pt x="4433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521;p30"/>
            <p:cNvSpPr/>
            <p:nvPr/>
          </p:nvSpPr>
          <p:spPr>
            <a:xfrm>
              <a:off x="6281280" y="3517920"/>
              <a:ext cx="22680" cy="6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fill="none" w="921" h="280">
                  <a:moveTo>
                    <a:pt x="0" y="279"/>
                  </a:moveTo>
                  <a:cubicBezTo>
                    <a:pt x="251" y="56"/>
                    <a:pt x="614" y="1"/>
                    <a:pt x="920" y="56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522;p30"/>
            <p:cNvSpPr/>
            <p:nvPr/>
          </p:nvSpPr>
          <p:spPr>
            <a:xfrm>
              <a:off x="6222240" y="3573360"/>
              <a:ext cx="19800" cy="115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fill="none" w="810" h="475">
                  <a:moveTo>
                    <a:pt x="1" y="474"/>
                  </a:moveTo>
                  <a:cubicBezTo>
                    <a:pt x="224" y="279"/>
                    <a:pt x="530" y="112"/>
                    <a:pt x="809" y="1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523;p30"/>
            <p:cNvSpPr/>
            <p:nvPr/>
          </p:nvSpPr>
          <p:spPr>
            <a:xfrm>
              <a:off x="6273000" y="3551760"/>
              <a:ext cx="46080" cy="100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fill="none" w="1869" h="419">
                  <a:moveTo>
                    <a:pt x="1" y="419"/>
                  </a:moveTo>
                  <a:cubicBezTo>
                    <a:pt x="586" y="168"/>
                    <a:pt x="1227" y="28"/>
                    <a:pt x="1868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524;p30"/>
            <p:cNvSpPr/>
            <p:nvPr/>
          </p:nvSpPr>
          <p:spPr>
            <a:xfrm>
              <a:off x="6204240" y="3597120"/>
              <a:ext cx="108000" cy="4284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fill="none" w="4349" h="1729">
                  <a:moveTo>
                    <a:pt x="0" y="1729"/>
                  </a:moveTo>
                  <a:cubicBezTo>
                    <a:pt x="1282" y="864"/>
                    <a:pt x="2788" y="223"/>
                    <a:pt x="4349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525;p30"/>
            <p:cNvSpPr/>
            <p:nvPr/>
          </p:nvSpPr>
          <p:spPr>
            <a:xfrm>
              <a:off x="6238080" y="3655440"/>
              <a:ext cx="93960" cy="2952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fill="none" w="3793" h="1200">
                  <a:moveTo>
                    <a:pt x="1" y="1200"/>
                  </a:moveTo>
                  <a:cubicBezTo>
                    <a:pt x="1116" y="475"/>
                    <a:pt x="2426" y="57"/>
                    <a:pt x="3792" y="1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526;p30"/>
            <p:cNvSpPr/>
            <p:nvPr/>
          </p:nvSpPr>
          <p:spPr>
            <a:xfrm>
              <a:off x="6273720" y="3696120"/>
              <a:ext cx="28080" cy="136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fill="none" w="1144" h="559">
                  <a:moveTo>
                    <a:pt x="1" y="558"/>
                  </a:moveTo>
                  <a:cubicBezTo>
                    <a:pt x="307" y="279"/>
                    <a:pt x="698" y="84"/>
                    <a:pt x="1144" y="1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527;p30"/>
            <p:cNvSpPr/>
            <p:nvPr/>
          </p:nvSpPr>
          <p:spPr>
            <a:xfrm>
              <a:off x="6312600" y="3688560"/>
              <a:ext cx="25920" cy="396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fill="none" w="1060" h="169">
                  <a:moveTo>
                    <a:pt x="1" y="168"/>
                  </a:moveTo>
                  <a:cubicBezTo>
                    <a:pt x="335" y="29"/>
                    <a:pt x="698" y="1"/>
                    <a:pt x="1060" y="29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528;p30"/>
            <p:cNvSpPr/>
            <p:nvPr/>
          </p:nvSpPr>
          <p:spPr>
            <a:xfrm>
              <a:off x="6277680" y="3723840"/>
              <a:ext cx="70560" cy="2268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fill="none" w="2845" h="921">
                  <a:moveTo>
                    <a:pt x="1" y="920"/>
                  </a:moveTo>
                  <a:cubicBezTo>
                    <a:pt x="837" y="363"/>
                    <a:pt x="1813" y="56"/>
                    <a:pt x="2844" y="1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529;p30"/>
            <p:cNvSpPr/>
            <p:nvPr/>
          </p:nvSpPr>
          <p:spPr>
            <a:xfrm>
              <a:off x="6053760" y="3338280"/>
              <a:ext cx="139680" cy="23184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231840"/>
                <a:gd name="textAreaBottom" fmla="*/ 232200 h 231840"/>
              </a:gdLst>
              <a:ahLst/>
              <a:cxnLst/>
              <a:rect l="textAreaLeft" t="textAreaTop" r="textAreaRight" b="textAreaBottom"/>
              <a:pathLst>
                <a:path w="5631" h="9332">
                  <a:moveTo>
                    <a:pt x="883" y="0"/>
                  </a:moveTo>
                  <a:cubicBezTo>
                    <a:pt x="424" y="0"/>
                    <a:pt x="21" y="601"/>
                    <a:pt x="0" y="1106"/>
                  </a:cubicBezTo>
                  <a:cubicBezTo>
                    <a:pt x="0" y="1663"/>
                    <a:pt x="335" y="2249"/>
                    <a:pt x="558" y="2751"/>
                  </a:cubicBezTo>
                  <a:cubicBezTo>
                    <a:pt x="836" y="3364"/>
                    <a:pt x="1115" y="4005"/>
                    <a:pt x="1422" y="4618"/>
                  </a:cubicBezTo>
                  <a:cubicBezTo>
                    <a:pt x="2147" y="5984"/>
                    <a:pt x="2955" y="7294"/>
                    <a:pt x="3819" y="8521"/>
                  </a:cubicBezTo>
                  <a:cubicBezTo>
                    <a:pt x="3986" y="8772"/>
                    <a:pt x="4181" y="9022"/>
                    <a:pt x="4404" y="9162"/>
                  </a:cubicBezTo>
                  <a:cubicBezTo>
                    <a:pt x="4566" y="9270"/>
                    <a:pt x="4752" y="9331"/>
                    <a:pt x="4930" y="9331"/>
                  </a:cubicBezTo>
                  <a:cubicBezTo>
                    <a:pt x="5028" y="9331"/>
                    <a:pt x="5124" y="9313"/>
                    <a:pt x="5213" y="9273"/>
                  </a:cubicBezTo>
                  <a:cubicBezTo>
                    <a:pt x="5492" y="9134"/>
                    <a:pt x="5631" y="8772"/>
                    <a:pt x="5631" y="8493"/>
                  </a:cubicBezTo>
                  <a:cubicBezTo>
                    <a:pt x="5631" y="8186"/>
                    <a:pt x="5492" y="7880"/>
                    <a:pt x="5380" y="7601"/>
                  </a:cubicBezTo>
                  <a:cubicBezTo>
                    <a:pt x="4823" y="6291"/>
                    <a:pt x="4237" y="5008"/>
                    <a:pt x="3540" y="3782"/>
                  </a:cubicBezTo>
                  <a:cubicBezTo>
                    <a:pt x="3206" y="3169"/>
                    <a:pt x="2843" y="2528"/>
                    <a:pt x="2453" y="1942"/>
                  </a:cubicBezTo>
                  <a:cubicBezTo>
                    <a:pt x="2147" y="1385"/>
                    <a:pt x="1812" y="660"/>
                    <a:pt x="1338" y="214"/>
                  </a:cubicBezTo>
                  <a:cubicBezTo>
                    <a:pt x="1188" y="64"/>
                    <a:pt x="1033" y="0"/>
                    <a:pt x="88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530;p30"/>
            <p:cNvSpPr/>
            <p:nvPr/>
          </p:nvSpPr>
          <p:spPr>
            <a:xfrm>
              <a:off x="5735160" y="32965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fill="none" w="8726" h="8809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531;p30"/>
            <p:cNvSpPr/>
            <p:nvPr/>
          </p:nvSpPr>
          <p:spPr>
            <a:xfrm>
              <a:off x="5453280" y="3435120"/>
              <a:ext cx="968040" cy="922320"/>
            </a:xfrm>
            <a:custGeom>
              <a:avLst/>
              <a:gdLst>
                <a:gd name="textAreaLeft" fmla="*/ 0 w 968040"/>
                <a:gd name="textAreaRight" fmla="*/ 968400 w 968040"/>
                <a:gd name="textAreaTop" fmla="*/ 0 h 922320"/>
                <a:gd name="textAreaBottom" fmla="*/ 922680 h 922320"/>
              </a:gdLst>
              <a:ahLst/>
              <a:cxnLst/>
              <a:rect l="textAreaLeft" t="textAreaTop" r="textAreaRight" b="textAreaBottom"/>
              <a:pathLst>
                <a:path w="38888" h="37057">
                  <a:moveTo>
                    <a:pt x="18896" y="1"/>
                  </a:moveTo>
                  <a:cubicBezTo>
                    <a:pt x="11673" y="1"/>
                    <a:pt x="4658" y="4380"/>
                    <a:pt x="1674" y="11658"/>
                  </a:cubicBezTo>
                  <a:cubicBezTo>
                    <a:pt x="419" y="14669"/>
                    <a:pt x="1" y="18097"/>
                    <a:pt x="308" y="21415"/>
                  </a:cubicBezTo>
                  <a:cubicBezTo>
                    <a:pt x="1144" y="29972"/>
                    <a:pt x="6580" y="35547"/>
                    <a:pt x="14413" y="36774"/>
                  </a:cubicBezTo>
                  <a:cubicBezTo>
                    <a:pt x="15612" y="36962"/>
                    <a:pt x="16861" y="37057"/>
                    <a:pt x="18131" y="37057"/>
                  </a:cubicBezTo>
                  <a:cubicBezTo>
                    <a:pt x="26482" y="37057"/>
                    <a:pt x="35716" y="32930"/>
                    <a:pt x="37410" y="23784"/>
                  </a:cubicBezTo>
                  <a:cubicBezTo>
                    <a:pt x="38887" y="15867"/>
                    <a:pt x="35040" y="6975"/>
                    <a:pt x="28378" y="2766"/>
                  </a:cubicBezTo>
                  <a:cubicBezTo>
                    <a:pt x="25404" y="878"/>
                    <a:pt x="22129" y="1"/>
                    <a:pt x="1889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532;p30"/>
            <p:cNvSpPr/>
            <p:nvPr/>
          </p:nvSpPr>
          <p:spPr>
            <a:xfrm>
              <a:off x="5889240" y="3434760"/>
              <a:ext cx="450000" cy="825480"/>
            </a:xfrm>
            <a:custGeom>
              <a:avLst/>
              <a:gdLst>
                <a:gd name="textAreaLeft" fmla="*/ 0 w 450000"/>
                <a:gd name="textAreaRight" fmla="*/ 450360 w 45000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18092" h="33163">
                  <a:moveTo>
                    <a:pt x="1329" y="0"/>
                  </a:moveTo>
                  <a:cubicBezTo>
                    <a:pt x="882" y="0"/>
                    <a:pt x="442" y="14"/>
                    <a:pt x="1" y="46"/>
                  </a:cubicBezTo>
                  <a:cubicBezTo>
                    <a:pt x="56" y="2611"/>
                    <a:pt x="1116" y="5147"/>
                    <a:pt x="3011" y="6820"/>
                  </a:cubicBezTo>
                  <a:cubicBezTo>
                    <a:pt x="5436" y="8966"/>
                    <a:pt x="8977" y="9719"/>
                    <a:pt x="11234" y="12088"/>
                  </a:cubicBezTo>
                  <a:cubicBezTo>
                    <a:pt x="13241" y="14207"/>
                    <a:pt x="13883" y="17524"/>
                    <a:pt x="12795" y="20228"/>
                  </a:cubicBezTo>
                  <a:cubicBezTo>
                    <a:pt x="12266" y="21566"/>
                    <a:pt x="11374" y="22737"/>
                    <a:pt x="11234" y="24158"/>
                  </a:cubicBezTo>
                  <a:cubicBezTo>
                    <a:pt x="11011" y="26026"/>
                    <a:pt x="12126" y="27699"/>
                    <a:pt x="12879" y="29371"/>
                  </a:cubicBezTo>
                  <a:cubicBezTo>
                    <a:pt x="13381" y="30570"/>
                    <a:pt x="13715" y="31880"/>
                    <a:pt x="13799" y="33162"/>
                  </a:cubicBezTo>
                  <a:cubicBezTo>
                    <a:pt x="14468" y="32716"/>
                    <a:pt x="15053" y="32186"/>
                    <a:pt x="15611" y="31657"/>
                  </a:cubicBezTo>
                  <a:cubicBezTo>
                    <a:pt x="15667" y="31071"/>
                    <a:pt x="15667" y="30486"/>
                    <a:pt x="15611" y="29929"/>
                  </a:cubicBezTo>
                  <a:cubicBezTo>
                    <a:pt x="15472" y="27894"/>
                    <a:pt x="14914" y="25831"/>
                    <a:pt x="15388" y="23852"/>
                  </a:cubicBezTo>
                  <a:cubicBezTo>
                    <a:pt x="15750" y="22179"/>
                    <a:pt x="16837" y="20730"/>
                    <a:pt x="17256" y="19057"/>
                  </a:cubicBezTo>
                  <a:cubicBezTo>
                    <a:pt x="18092" y="15740"/>
                    <a:pt x="16224" y="12256"/>
                    <a:pt x="13743" y="9914"/>
                  </a:cubicBezTo>
                  <a:cubicBezTo>
                    <a:pt x="11262" y="7545"/>
                    <a:pt x="8168" y="5956"/>
                    <a:pt x="5520" y="3726"/>
                  </a:cubicBezTo>
                  <a:cubicBezTo>
                    <a:pt x="4266" y="2667"/>
                    <a:pt x="3123" y="1412"/>
                    <a:pt x="2286" y="18"/>
                  </a:cubicBezTo>
                  <a:cubicBezTo>
                    <a:pt x="1963" y="7"/>
                    <a:pt x="1645" y="0"/>
                    <a:pt x="132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533;p30"/>
            <p:cNvSpPr/>
            <p:nvPr/>
          </p:nvSpPr>
          <p:spPr>
            <a:xfrm>
              <a:off x="5503320" y="3547080"/>
              <a:ext cx="415440" cy="811080"/>
            </a:xfrm>
            <a:custGeom>
              <a:avLst/>
              <a:gdLst>
                <a:gd name="textAreaLeft" fmla="*/ 0 w 415440"/>
                <a:gd name="textAreaRight" fmla="*/ 415800 w 415440"/>
                <a:gd name="textAreaTop" fmla="*/ 0 h 811080"/>
                <a:gd name="textAreaBottom" fmla="*/ 811440 h 811080"/>
              </a:gdLst>
              <a:ahLst/>
              <a:cxnLst/>
              <a:rect l="textAreaLeft" t="textAreaTop" r="textAreaRight" b="textAreaBottom"/>
              <a:pathLst>
                <a:path w="16698" h="32591">
                  <a:moveTo>
                    <a:pt x="4850" y="0"/>
                  </a:moveTo>
                  <a:lnTo>
                    <a:pt x="4850" y="0"/>
                  </a:lnTo>
                  <a:cubicBezTo>
                    <a:pt x="2871" y="1701"/>
                    <a:pt x="1199" y="3847"/>
                    <a:pt x="0" y="6356"/>
                  </a:cubicBezTo>
                  <a:cubicBezTo>
                    <a:pt x="808" y="8056"/>
                    <a:pt x="2369" y="9366"/>
                    <a:pt x="2871" y="11234"/>
                  </a:cubicBezTo>
                  <a:cubicBezTo>
                    <a:pt x="3568" y="13882"/>
                    <a:pt x="1700" y="16530"/>
                    <a:pt x="1505" y="19262"/>
                  </a:cubicBezTo>
                  <a:cubicBezTo>
                    <a:pt x="1282" y="21910"/>
                    <a:pt x="2648" y="24503"/>
                    <a:pt x="4544" y="26426"/>
                  </a:cubicBezTo>
                  <a:cubicBezTo>
                    <a:pt x="6383" y="28322"/>
                    <a:pt x="8669" y="29715"/>
                    <a:pt x="10871" y="31249"/>
                  </a:cubicBezTo>
                  <a:lnTo>
                    <a:pt x="12349" y="32308"/>
                  </a:lnTo>
                  <a:lnTo>
                    <a:pt x="12405" y="32308"/>
                  </a:lnTo>
                  <a:cubicBezTo>
                    <a:pt x="13631" y="32483"/>
                    <a:pt x="14925" y="32591"/>
                    <a:pt x="16246" y="32591"/>
                  </a:cubicBezTo>
                  <a:cubicBezTo>
                    <a:pt x="16396" y="32591"/>
                    <a:pt x="16547" y="32589"/>
                    <a:pt x="16697" y="32587"/>
                  </a:cubicBezTo>
                  <a:cubicBezTo>
                    <a:pt x="16279" y="30635"/>
                    <a:pt x="15276" y="28851"/>
                    <a:pt x="13770" y="27569"/>
                  </a:cubicBezTo>
                  <a:cubicBezTo>
                    <a:pt x="11986" y="26064"/>
                    <a:pt x="9645" y="25283"/>
                    <a:pt x="8084" y="23527"/>
                  </a:cubicBezTo>
                  <a:cubicBezTo>
                    <a:pt x="6300" y="21548"/>
                    <a:pt x="5937" y="18482"/>
                    <a:pt x="7108" y="16112"/>
                  </a:cubicBezTo>
                  <a:cubicBezTo>
                    <a:pt x="7582" y="15137"/>
                    <a:pt x="8335" y="14300"/>
                    <a:pt x="8892" y="13380"/>
                  </a:cubicBezTo>
                  <a:cubicBezTo>
                    <a:pt x="9450" y="12461"/>
                    <a:pt x="9868" y="11373"/>
                    <a:pt x="9645" y="10314"/>
                  </a:cubicBezTo>
                  <a:cubicBezTo>
                    <a:pt x="9338" y="8753"/>
                    <a:pt x="7805" y="7805"/>
                    <a:pt x="6718" y="6635"/>
                  </a:cubicBezTo>
                  <a:cubicBezTo>
                    <a:pt x="5129" y="4879"/>
                    <a:pt x="4432" y="2342"/>
                    <a:pt x="485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534;p30"/>
            <p:cNvSpPr/>
            <p:nvPr/>
          </p:nvSpPr>
          <p:spPr>
            <a:xfrm>
              <a:off x="5709960" y="3458880"/>
              <a:ext cx="417600" cy="884520"/>
            </a:xfrm>
            <a:custGeom>
              <a:avLst/>
              <a:gdLst>
                <a:gd name="textAreaLeft" fmla="*/ 0 w 417600"/>
                <a:gd name="textAreaRight" fmla="*/ 417960 w 417600"/>
                <a:gd name="textAreaTop" fmla="*/ 0 h 884520"/>
                <a:gd name="textAreaBottom" fmla="*/ 884880 h 884520"/>
              </a:gdLst>
              <a:ahLst/>
              <a:cxnLst/>
              <a:rect l="textAreaLeft" t="textAreaTop" r="textAreaRight" b="textAreaBottom"/>
              <a:pathLst>
                <a:path w="16782" h="35542">
                  <a:moveTo>
                    <a:pt x="2872" y="0"/>
                  </a:moveTo>
                  <a:cubicBezTo>
                    <a:pt x="2008" y="279"/>
                    <a:pt x="1144" y="669"/>
                    <a:pt x="307" y="1059"/>
                  </a:cubicBezTo>
                  <a:cubicBezTo>
                    <a:pt x="84" y="1951"/>
                    <a:pt x="1" y="2871"/>
                    <a:pt x="57" y="3791"/>
                  </a:cubicBezTo>
                  <a:cubicBezTo>
                    <a:pt x="196" y="6188"/>
                    <a:pt x="1339" y="8558"/>
                    <a:pt x="3207" y="10147"/>
                  </a:cubicBezTo>
                  <a:cubicBezTo>
                    <a:pt x="4377" y="11150"/>
                    <a:pt x="5910" y="11987"/>
                    <a:pt x="6440" y="13436"/>
                  </a:cubicBezTo>
                  <a:cubicBezTo>
                    <a:pt x="7053" y="15192"/>
                    <a:pt x="6022" y="17004"/>
                    <a:pt x="5018" y="18537"/>
                  </a:cubicBezTo>
                  <a:cubicBezTo>
                    <a:pt x="3987" y="20042"/>
                    <a:pt x="2844" y="21771"/>
                    <a:pt x="3234" y="23555"/>
                  </a:cubicBezTo>
                  <a:cubicBezTo>
                    <a:pt x="3513" y="24865"/>
                    <a:pt x="4545" y="25868"/>
                    <a:pt x="5715" y="26565"/>
                  </a:cubicBezTo>
                  <a:cubicBezTo>
                    <a:pt x="6858" y="27262"/>
                    <a:pt x="8113" y="27736"/>
                    <a:pt x="9255" y="28461"/>
                  </a:cubicBezTo>
                  <a:cubicBezTo>
                    <a:pt x="11653" y="29994"/>
                    <a:pt x="13158" y="32698"/>
                    <a:pt x="13437" y="35541"/>
                  </a:cubicBezTo>
                  <a:cubicBezTo>
                    <a:pt x="13966" y="35374"/>
                    <a:pt x="14552" y="35235"/>
                    <a:pt x="15193" y="35012"/>
                  </a:cubicBezTo>
                  <a:cubicBezTo>
                    <a:pt x="16057" y="33227"/>
                    <a:pt x="16782" y="31276"/>
                    <a:pt x="16169" y="29436"/>
                  </a:cubicBezTo>
                  <a:cubicBezTo>
                    <a:pt x="15277" y="26816"/>
                    <a:pt x="12043" y="25395"/>
                    <a:pt x="11709" y="22691"/>
                  </a:cubicBezTo>
                  <a:cubicBezTo>
                    <a:pt x="11346" y="20042"/>
                    <a:pt x="13994" y="17840"/>
                    <a:pt x="14022" y="15192"/>
                  </a:cubicBezTo>
                  <a:cubicBezTo>
                    <a:pt x="14022" y="13548"/>
                    <a:pt x="13019" y="12014"/>
                    <a:pt x="11792" y="10927"/>
                  </a:cubicBezTo>
                  <a:cubicBezTo>
                    <a:pt x="10593" y="9812"/>
                    <a:pt x="9088" y="9032"/>
                    <a:pt x="7806" y="8000"/>
                  </a:cubicBezTo>
                  <a:cubicBezTo>
                    <a:pt x="5297" y="6021"/>
                    <a:pt x="3569" y="3094"/>
                    <a:pt x="2872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535;p30"/>
            <p:cNvSpPr/>
            <p:nvPr/>
          </p:nvSpPr>
          <p:spPr>
            <a:xfrm>
              <a:off x="6151680" y="3576240"/>
              <a:ext cx="210600" cy="3585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8560"/>
                <a:gd name="textAreaBottom" fmla="*/ 358920 h 358560"/>
              </a:gdLst>
              <a:ahLst/>
              <a:cxnLst/>
              <a:rect l="textAreaLeft" t="textAreaTop" r="textAreaRight" b="textAreaBottom"/>
              <a:pathLst>
                <a:path fill="none" w="8475" h="14412">
                  <a:moveTo>
                    <a:pt x="1" y="0"/>
                  </a:moveTo>
                  <a:cubicBezTo>
                    <a:pt x="2621" y="1338"/>
                    <a:pt x="4795" y="3429"/>
                    <a:pt x="6273" y="5993"/>
                  </a:cubicBezTo>
                  <a:cubicBezTo>
                    <a:pt x="7722" y="8530"/>
                    <a:pt x="8475" y="11485"/>
                    <a:pt x="8307" y="14412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536;p30"/>
            <p:cNvSpPr/>
            <p:nvPr/>
          </p:nvSpPr>
          <p:spPr>
            <a:xfrm>
              <a:off x="6343200" y="3993480"/>
              <a:ext cx="8640" cy="34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fill="none" w="363" h="1394">
                  <a:moveTo>
                    <a:pt x="363" y="0"/>
                  </a:moveTo>
                  <a:cubicBezTo>
                    <a:pt x="251" y="446"/>
                    <a:pt x="140" y="920"/>
                    <a:pt x="0" y="1394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537;p30"/>
            <p:cNvSpPr/>
            <p:nvPr/>
          </p:nvSpPr>
          <p:spPr>
            <a:xfrm>
              <a:off x="5814720" y="4246560"/>
              <a:ext cx="323640" cy="56520"/>
            </a:xfrm>
            <a:custGeom>
              <a:avLst/>
              <a:gdLst>
                <a:gd name="textAreaLeft" fmla="*/ 0 w 323640"/>
                <a:gd name="textAreaRight" fmla="*/ 324000 w 323640"/>
                <a:gd name="textAreaTop" fmla="*/ 0 h 56520"/>
                <a:gd name="textAreaBottom" fmla="*/ 56880 h 56520"/>
              </a:gdLst>
              <a:ahLst/>
              <a:cxnLst/>
              <a:rect l="textAreaLeft" t="textAreaTop" r="textAreaRight" b="textAreaBottom"/>
              <a:pathLst>
                <a:path fill="none" w="13018" h="2287">
                  <a:moveTo>
                    <a:pt x="0" y="558"/>
                  </a:moveTo>
                  <a:cubicBezTo>
                    <a:pt x="1979" y="1701"/>
                    <a:pt x="4293" y="2286"/>
                    <a:pt x="6579" y="2203"/>
                  </a:cubicBezTo>
                  <a:cubicBezTo>
                    <a:pt x="8892" y="2091"/>
                    <a:pt x="11150" y="1311"/>
                    <a:pt x="13018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538;p30"/>
            <p:cNvSpPr/>
            <p:nvPr/>
          </p:nvSpPr>
          <p:spPr>
            <a:xfrm>
              <a:off x="5528160" y="3612600"/>
              <a:ext cx="241200" cy="44712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447120"/>
                <a:gd name="textAreaBottom" fmla="*/ 447480 h 447120"/>
              </a:gdLst>
              <a:ahLst/>
              <a:cxnLst/>
              <a:rect l="textAreaLeft" t="textAreaTop" r="textAreaRight" b="textAreaBottom"/>
              <a:pathLst>
                <a:path w="9702" h="17975">
                  <a:moveTo>
                    <a:pt x="5933" y="1"/>
                  </a:moveTo>
                  <a:cubicBezTo>
                    <a:pt x="5111" y="1"/>
                    <a:pt x="4323" y="438"/>
                    <a:pt x="3680" y="1081"/>
                  </a:cubicBezTo>
                  <a:cubicBezTo>
                    <a:pt x="1924" y="2865"/>
                    <a:pt x="837" y="5569"/>
                    <a:pt x="335" y="8022"/>
                  </a:cubicBezTo>
                  <a:cubicBezTo>
                    <a:pt x="140" y="8914"/>
                    <a:pt x="1" y="9834"/>
                    <a:pt x="1" y="10726"/>
                  </a:cubicBezTo>
                  <a:cubicBezTo>
                    <a:pt x="1" y="12537"/>
                    <a:pt x="335" y="14322"/>
                    <a:pt x="1032" y="15994"/>
                  </a:cubicBezTo>
                  <a:cubicBezTo>
                    <a:pt x="1394" y="16886"/>
                    <a:pt x="2063" y="17917"/>
                    <a:pt x="3039" y="17973"/>
                  </a:cubicBezTo>
                  <a:cubicBezTo>
                    <a:pt x="3058" y="17974"/>
                    <a:pt x="3076" y="17974"/>
                    <a:pt x="3094" y="17974"/>
                  </a:cubicBezTo>
                  <a:cubicBezTo>
                    <a:pt x="3878" y="17974"/>
                    <a:pt x="4529" y="17402"/>
                    <a:pt x="5074" y="16830"/>
                  </a:cubicBezTo>
                  <a:cubicBezTo>
                    <a:pt x="8140" y="13485"/>
                    <a:pt x="9701" y="8774"/>
                    <a:pt x="9283" y="4286"/>
                  </a:cubicBezTo>
                  <a:cubicBezTo>
                    <a:pt x="9144" y="2893"/>
                    <a:pt x="8475" y="1137"/>
                    <a:pt x="7220" y="384"/>
                  </a:cubicBezTo>
                  <a:cubicBezTo>
                    <a:pt x="6792" y="118"/>
                    <a:pt x="6358" y="1"/>
                    <a:pt x="593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539;p30"/>
            <p:cNvSpPr/>
            <p:nvPr/>
          </p:nvSpPr>
          <p:spPr>
            <a:xfrm>
              <a:off x="8053920" y="3540600"/>
              <a:ext cx="543240" cy="621720"/>
            </a:xfrm>
            <a:custGeom>
              <a:avLst/>
              <a:gdLst>
                <a:gd name="textAreaLeft" fmla="*/ 0 w 543240"/>
                <a:gd name="textAreaRight" fmla="*/ 543600 w 543240"/>
                <a:gd name="textAreaTop" fmla="*/ 0 h 621720"/>
                <a:gd name="textAreaBottom" fmla="*/ 622080 h 621720"/>
              </a:gdLst>
              <a:ahLst/>
              <a:cxnLst/>
              <a:rect l="textAreaLeft" t="textAreaTop" r="textAreaRight" b="textAreaBottom"/>
              <a:pathLst>
                <a:path w="21828" h="24982">
                  <a:moveTo>
                    <a:pt x="14192" y="1"/>
                  </a:moveTo>
                  <a:cubicBezTo>
                    <a:pt x="13342" y="1"/>
                    <a:pt x="12453" y="294"/>
                    <a:pt x="11681" y="671"/>
                  </a:cubicBezTo>
                  <a:cubicBezTo>
                    <a:pt x="10426" y="1257"/>
                    <a:pt x="9228" y="2149"/>
                    <a:pt x="7834" y="2316"/>
                  </a:cubicBezTo>
                  <a:cubicBezTo>
                    <a:pt x="6775" y="2455"/>
                    <a:pt x="5576" y="2205"/>
                    <a:pt x="4628" y="2734"/>
                  </a:cubicBezTo>
                  <a:cubicBezTo>
                    <a:pt x="3736" y="3264"/>
                    <a:pt x="3318" y="4323"/>
                    <a:pt x="3290" y="5382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59" y="9508"/>
                    <a:pt x="4071" y="10567"/>
                    <a:pt x="3708" y="11515"/>
                  </a:cubicBezTo>
                  <a:cubicBezTo>
                    <a:pt x="3095" y="12992"/>
                    <a:pt x="1422" y="13829"/>
                    <a:pt x="781" y="15250"/>
                  </a:cubicBezTo>
                  <a:cubicBezTo>
                    <a:pt x="1" y="16923"/>
                    <a:pt x="781" y="18902"/>
                    <a:pt x="1813" y="20435"/>
                  </a:cubicBezTo>
                  <a:cubicBezTo>
                    <a:pt x="2510" y="21411"/>
                    <a:pt x="3290" y="22275"/>
                    <a:pt x="3931" y="23334"/>
                  </a:cubicBezTo>
                  <a:cubicBezTo>
                    <a:pt x="4433" y="24059"/>
                    <a:pt x="4712" y="24756"/>
                    <a:pt x="5660" y="24895"/>
                  </a:cubicBezTo>
                  <a:cubicBezTo>
                    <a:pt x="6055" y="24955"/>
                    <a:pt x="6469" y="24982"/>
                    <a:pt x="6894" y="24982"/>
                  </a:cubicBezTo>
                  <a:cubicBezTo>
                    <a:pt x="8651" y="24982"/>
                    <a:pt x="10594" y="24519"/>
                    <a:pt x="12210" y="24003"/>
                  </a:cubicBezTo>
                  <a:cubicBezTo>
                    <a:pt x="13047" y="23752"/>
                    <a:pt x="13883" y="23390"/>
                    <a:pt x="14580" y="22832"/>
                  </a:cubicBezTo>
                  <a:cubicBezTo>
                    <a:pt x="15277" y="22275"/>
                    <a:pt x="15778" y="21522"/>
                    <a:pt x="15918" y="20658"/>
                  </a:cubicBezTo>
                  <a:cubicBezTo>
                    <a:pt x="16057" y="19682"/>
                    <a:pt x="15639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60" y="15139"/>
                    <a:pt x="21214" y="14553"/>
                    <a:pt x="21548" y="13355"/>
                  </a:cubicBezTo>
                  <a:cubicBezTo>
                    <a:pt x="21827" y="12295"/>
                    <a:pt x="21158" y="11208"/>
                    <a:pt x="20378" y="10428"/>
                  </a:cubicBezTo>
                  <a:cubicBezTo>
                    <a:pt x="19625" y="9675"/>
                    <a:pt x="18677" y="9006"/>
                    <a:pt x="18120" y="8058"/>
                  </a:cubicBezTo>
                  <a:cubicBezTo>
                    <a:pt x="17423" y="6860"/>
                    <a:pt x="17451" y="5382"/>
                    <a:pt x="17367" y="4017"/>
                  </a:cubicBezTo>
                  <a:cubicBezTo>
                    <a:pt x="17256" y="2623"/>
                    <a:pt x="16865" y="1117"/>
                    <a:pt x="15695" y="393"/>
                  </a:cubicBezTo>
                  <a:cubicBezTo>
                    <a:pt x="15234" y="114"/>
                    <a:pt x="14721" y="1"/>
                    <a:pt x="1419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540;p30"/>
            <p:cNvSpPr/>
            <p:nvPr/>
          </p:nvSpPr>
          <p:spPr>
            <a:xfrm>
              <a:off x="8124840" y="3715200"/>
              <a:ext cx="260640" cy="576720"/>
            </a:xfrm>
            <a:custGeom>
              <a:avLst/>
              <a:gdLst>
                <a:gd name="textAreaLeft" fmla="*/ 0 w 260640"/>
                <a:gd name="textAreaRight" fmla="*/ 261000 w 260640"/>
                <a:gd name="textAreaTop" fmla="*/ 0 h 576720"/>
                <a:gd name="textAreaBottom" fmla="*/ 577080 h 576720"/>
              </a:gdLst>
              <a:ahLst/>
              <a:cxnLst/>
              <a:rect l="textAreaLeft" t="textAreaTop" r="textAreaRight" b="textAreaBottom"/>
              <a:pathLst>
                <a:path w="10475" h="23176">
                  <a:moveTo>
                    <a:pt x="10021" y="1"/>
                  </a:moveTo>
                  <a:cubicBezTo>
                    <a:pt x="9873" y="1"/>
                    <a:pt x="9703" y="99"/>
                    <a:pt x="9561" y="321"/>
                  </a:cubicBezTo>
                  <a:cubicBezTo>
                    <a:pt x="5742" y="6955"/>
                    <a:pt x="2481" y="14258"/>
                    <a:pt x="84" y="21757"/>
                  </a:cubicBezTo>
                  <a:cubicBezTo>
                    <a:pt x="0" y="21952"/>
                    <a:pt x="56" y="22175"/>
                    <a:pt x="112" y="22314"/>
                  </a:cubicBezTo>
                  <a:cubicBezTo>
                    <a:pt x="465" y="22911"/>
                    <a:pt x="942" y="23175"/>
                    <a:pt x="1500" y="23175"/>
                  </a:cubicBezTo>
                  <a:cubicBezTo>
                    <a:pt x="1645" y="23175"/>
                    <a:pt x="1796" y="23157"/>
                    <a:pt x="1951" y="23123"/>
                  </a:cubicBezTo>
                  <a:cubicBezTo>
                    <a:pt x="2147" y="23067"/>
                    <a:pt x="2314" y="22900"/>
                    <a:pt x="2397" y="22649"/>
                  </a:cubicBezTo>
                  <a:cubicBezTo>
                    <a:pt x="5046" y="15373"/>
                    <a:pt x="7694" y="8070"/>
                    <a:pt x="10314" y="767"/>
                  </a:cubicBezTo>
                  <a:cubicBezTo>
                    <a:pt x="10474" y="304"/>
                    <a:pt x="10282" y="1"/>
                    <a:pt x="1002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541;p30"/>
            <p:cNvSpPr/>
            <p:nvPr/>
          </p:nvSpPr>
          <p:spPr>
            <a:xfrm>
              <a:off x="8242920" y="3762720"/>
              <a:ext cx="64080" cy="14184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2591" h="5707">
                  <a:moveTo>
                    <a:pt x="550" y="0"/>
                  </a:moveTo>
                  <a:cubicBezTo>
                    <a:pt x="265" y="0"/>
                    <a:pt x="0" y="218"/>
                    <a:pt x="54" y="538"/>
                  </a:cubicBezTo>
                  <a:cubicBezTo>
                    <a:pt x="221" y="2211"/>
                    <a:pt x="639" y="3855"/>
                    <a:pt x="1252" y="5388"/>
                  </a:cubicBezTo>
                  <a:cubicBezTo>
                    <a:pt x="1345" y="5601"/>
                    <a:pt x="1540" y="5706"/>
                    <a:pt x="1733" y="5706"/>
                  </a:cubicBezTo>
                  <a:cubicBezTo>
                    <a:pt x="1945" y="5706"/>
                    <a:pt x="2155" y="5580"/>
                    <a:pt x="2228" y="5333"/>
                  </a:cubicBezTo>
                  <a:lnTo>
                    <a:pt x="2562" y="4134"/>
                  </a:lnTo>
                  <a:cubicBezTo>
                    <a:pt x="2590" y="4106"/>
                    <a:pt x="2590" y="3995"/>
                    <a:pt x="2562" y="3939"/>
                  </a:cubicBezTo>
                  <a:cubicBezTo>
                    <a:pt x="2284" y="2601"/>
                    <a:pt x="1726" y="1347"/>
                    <a:pt x="1001" y="232"/>
                  </a:cubicBezTo>
                  <a:cubicBezTo>
                    <a:pt x="880" y="70"/>
                    <a:pt x="712" y="0"/>
                    <a:pt x="55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542;p30"/>
            <p:cNvSpPr/>
            <p:nvPr/>
          </p:nvSpPr>
          <p:spPr>
            <a:xfrm>
              <a:off x="8305920" y="3829680"/>
              <a:ext cx="115200" cy="107280"/>
            </a:xfrm>
            <a:custGeom>
              <a:avLst/>
              <a:gdLst>
                <a:gd name="textAreaLeft" fmla="*/ 0 w 115200"/>
                <a:gd name="textAreaRight" fmla="*/ 115560 w 11520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4646" h="4317">
                  <a:moveTo>
                    <a:pt x="4096" y="1"/>
                  </a:moveTo>
                  <a:cubicBezTo>
                    <a:pt x="4052" y="1"/>
                    <a:pt x="4006" y="8"/>
                    <a:pt x="3959" y="23"/>
                  </a:cubicBezTo>
                  <a:lnTo>
                    <a:pt x="920" y="1166"/>
                  </a:lnTo>
                  <a:lnTo>
                    <a:pt x="1" y="4316"/>
                  </a:lnTo>
                  <a:cubicBezTo>
                    <a:pt x="1450" y="3090"/>
                    <a:pt x="2872" y="1863"/>
                    <a:pt x="4349" y="692"/>
                  </a:cubicBezTo>
                  <a:cubicBezTo>
                    <a:pt x="4646" y="445"/>
                    <a:pt x="4438" y="1"/>
                    <a:pt x="4096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640" bIns="53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543;p30"/>
            <p:cNvSpPr/>
            <p:nvPr/>
          </p:nvSpPr>
          <p:spPr>
            <a:xfrm>
              <a:off x="8172000" y="3923280"/>
              <a:ext cx="69840" cy="1087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108720"/>
                <a:gd name="textAreaBottom" fmla="*/ 109080 h 108720"/>
              </a:gdLst>
              <a:ahLst/>
              <a:cxnLst/>
              <a:rect l="textAreaLeft" t="textAreaTop" r="textAreaRight" b="textAreaBottom"/>
              <a:pathLst>
                <a:path w="2819" h="4382">
                  <a:moveTo>
                    <a:pt x="307" y="1"/>
                  </a:moveTo>
                  <a:cubicBezTo>
                    <a:pt x="146" y="1"/>
                    <a:pt x="0" y="184"/>
                    <a:pt x="86" y="334"/>
                  </a:cubicBezTo>
                  <a:lnTo>
                    <a:pt x="1926" y="4237"/>
                  </a:lnTo>
                  <a:cubicBezTo>
                    <a:pt x="1964" y="4337"/>
                    <a:pt x="2047" y="4381"/>
                    <a:pt x="2132" y="4381"/>
                  </a:cubicBezTo>
                  <a:cubicBezTo>
                    <a:pt x="2235" y="4381"/>
                    <a:pt x="2341" y="4316"/>
                    <a:pt x="2372" y="4209"/>
                  </a:cubicBezTo>
                  <a:lnTo>
                    <a:pt x="2790" y="2732"/>
                  </a:lnTo>
                  <a:cubicBezTo>
                    <a:pt x="2818" y="2676"/>
                    <a:pt x="2790" y="2564"/>
                    <a:pt x="2762" y="2536"/>
                  </a:cubicBezTo>
                  <a:cubicBezTo>
                    <a:pt x="2093" y="1617"/>
                    <a:pt x="1341" y="780"/>
                    <a:pt x="449" y="55"/>
                  </a:cubicBezTo>
                  <a:cubicBezTo>
                    <a:pt x="404" y="17"/>
                    <a:pt x="354" y="1"/>
                    <a:pt x="30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544;p30"/>
            <p:cNvSpPr/>
            <p:nvPr/>
          </p:nvSpPr>
          <p:spPr>
            <a:xfrm>
              <a:off x="8237160" y="3972960"/>
              <a:ext cx="132120" cy="8712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5317" h="3517">
                  <a:moveTo>
                    <a:pt x="4918" y="1"/>
                  </a:moveTo>
                  <a:cubicBezTo>
                    <a:pt x="4899" y="1"/>
                    <a:pt x="4878" y="3"/>
                    <a:pt x="4857" y="7"/>
                  </a:cubicBezTo>
                  <a:cubicBezTo>
                    <a:pt x="3686" y="369"/>
                    <a:pt x="2516" y="732"/>
                    <a:pt x="1373" y="1094"/>
                  </a:cubicBezTo>
                  <a:cubicBezTo>
                    <a:pt x="1261" y="1122"/>
                    <a:pt x="1233" y="1205"/>
                    <a:pt x="1178" y="1233"/>
                  </a:cubicBezTo>
                  <a:lnTo>
                    <a:pt x="118" y="3073"/>
                  </a:lnTo>
                  <a:cubicBezTo>
                    <a:pt x="1" y="3285"/>
                    <a:pt x="141" y="3516"/>
                    <a:pt x="339" y="3516"/>
                  </a:cubicBezTo>
                  <a:cubicBezTo>
                    <a:pt x="375" y="3516"/>
                    <a:pt x="414" y="3509"/>
                    <a:pt x="453" y="3491"/>
                  </a:cubicBezTo>
                  <a:cubicBezTo>
                    <a:pt x="2153" y="2794"/>
                    <a:pt x="3770" y="1763"/>
                    <a:pt x="5136" y="509"/>
                  </a:cubicBezTo>
                  <a:cubicBezTo>
                    <a:pt x="5316" y="302"/>
                    <a:pt x="5163" y="1"/>
                    <a:pt x="491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545;p30"/>
            <p:cNvSpPr/>
            <p:nvPr/>
          </p:nvSpPr>
          <p:spPr>
            <a:xfrm>
              <a:off x="8054640" y="3539880"/>
              <a:ext cx="543240" cy="593280"/>
            </a:xfrm>
            <a:custGeom>
              <a:avLst/>
              <a:gdLst>
                <a:gd name="textAreaLeft" fmla="*/ 0 w 543240"/>
                <a:gd name="textAreaRight" fmla="*/ 543600 w 543240"/>
                <a:gd name="textAreaTop" fmla="*/ 0 h 593280"/>
                <a:gd name="textAreaBottom" fmla="*/ 593640 h 593280"/>
              </a:gdLst>
              <a:ahLst/>
              <a:cxnLst/>
              <a:rect l="textAreaLeft" t="textAreaTop" r="textAreaRight" b="textAreaBottom"/>
              <a:pathLst>
                <a:path w="21828" h="23836">
                  <a:moveTo>
                    <a:pt x="14191" y="1"/>
                  </a:moveTo>
                  <a:cubicBezTo>
                    <a:pt x="13342" y="1"/>
                    <a:pt x="12453" y="294"/>
                    <a:pt x="11680" y="672"/>
                  </a:cubicBezTo>
                  <a:cubicBezTo>
                    <a:pt x="10426" y="1313"/>
                    <a:pt x="9255" y="2149"/>
                    <a:pt x="7862" y="2316"/>
                  </a:cubicBezTo>
                  <a:cubicBezTo>
                    <a:pt x="6774" y="2456"/>
                    <a:pt x="5576" y="2205"/>
                    <a:pt x="4628" y="2734"/>
                  </a:cubicBezTo>
                  <a:cubicBezTo>
                    <a:pt x="3736" y="3208"/>
                    <a:pt x="3318" y="4323"/>
                    <a:pt x="3290" y="5383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87" y="9452"/>
                    <a:pt x="4071" y="10539"/>
                    <a:pt x="3708" y="11515"/>
                  </a:cubicBezTo>
                  <a:cubicBezTo>
                    <a:pt x="3095" y="12965"/>
                    <a:pt x="1422" y="13801"/>
                    <a:pt x="781" y="15250"/>
                  </a:cubicBezTo>
                  <a:cubicBezTo>
                    <a:pt x="1" y="16923"/>
                    <a:pt x="725" y="18902"/>
                    <a:pt x="1813" y="20435"/>
                  </a:cubicBezTo>
                  <a:cubicBezTo>
                    <a:pt x="1924" y="20602"/>
                    <a:pt x="2064" y="20770"/>
                    <a:pt x="2203" y="20965"/>
                  </a:cubicBezTo>
                  <a:cubicBezTo>
                    <a:pt x="1645" y="18623"/>
                    <a:pt x="2091" y="16031"/>
                    <a:pt x="3513" y="14135"/>
                  </a:cubicBezTo>
                  <a:cubicBezTo>
                    <a:pt x="4182" y="13243"/>
                    <a:pt x="5018" y="12463"/>
                    <a:pt x="5269" y="11376"/>
                  </a:cubicBezTo>
                  <a:cubicBezTo>
                    <a:pt x="5687" y="9564"/>
                    <a:pt x="4210" y="7585"/>
                    <a:pt x="5046" y="5912"/>
                  </a:cubicBezTo>
                  <a:cubicBezTo>
                    <a:pt x="5604" y="4825"/>
                    <a:pt x="6914" y="4407"/>
                    <a:pt x="8085" y="4100"/>
                  </a:cubicBezTo>
                  <a:cubicBezTo>
                    <a:pt x="9701" y="3682"/>
                    <a:pt x="11290" y="3264"/>
                    <a:pt x="12879" y="2846"/>
                  </a:cubicBezTo>
                  <a:cubicBezTo>
                    <a:pt x="13207" y="2742"/>
                    <a:pt x="13559" y="2653"/>
                    <a:pt x="13896" y="2653"/>
                  </a:cubicBezTo>
                  <a:cubicBezTo>
                    <a:pt x="14190" y="2653"/>
                    <a:pt x="14472" y="2720"/>
                    <a:pt x="14719" y="2902"/>
                  </a:cubicBezTo>
                  <a:cubicBezTo>
                    <a:pt x="15165" y="3264"/>
                    <a:pt x="15276" y="3905"/>
                    <a:pt x="15193" y="4463"/>
                  </a:cubicBezTo>
                  <a:cubicBezTo>
                    <a:pt x="15137" y="5020"/>
                    <a:pt x="14942" y="5578"/>
                    <a:pt x="14942" y="6191"/>
                  </a:cubicBezTo>
                  <a:cubicBezTo>
                    <a:pt x="14998" y="7194"/>
                    <a:pt x="15722" y="8059"/>
                    <a:pt x="16531" y="8728"/>
                  </a:cubicBezTo>
                  <a:cubicBezTo>
                    <a:pt x="17311" y="9397"/>
                    <a:pt x="18203" y="9954"/>
                    <a:pt x="18817" y="10735"/>
                  </a:cubicBezTo>
                  <a:cubicBezTo>
                    <a:pt x="19458" y="11571"/>
                    <a:pt x="19653" y="12797"/>
                    <a:pt x="19040" y="13606"/>
                  </a:cubicBezTo>
                  <a:cubicBezTo>
                    <a:pt x="18398" y="14414"/>
                    <a:pt x="17172" y="14442"/>
                    <a:pt x="16391" y="15111"/>
                  </a:cubicBezTo>
                  <a:cubicBezTo>
                    <a:pt x="15304" y="16003"/>
                    <a:pt x="15416" y="17676"/>
                    <a:pt x="15193" y="19097"/>
                  </a:cubicBezTo>
                  <a:cubicBezTo>
                    <a:pt x="14942" y="20909"/>
                    <a:pt x="14022" y="22637"/>
                    <a:pt x="12656" y="23836"/>
                  </a:cubicBezTo>
                  <a:cubicBezTo>
                    <a:pt x="13353" y="23613"/>
                    <a:pt x="14022" y="23278"/>
                    <a:pt x="14580" y="22832"/>
                  </a:cubicBezTo>
                  <a:cubicBezTo>
                    <a:pt x="15276" y="22275"/>
                    <a:pt x="15834" y="21522"/>
                    <a:pt x="15918" y="20630"/>
                  </a:cubicBezTo>
                  <a:cubicBezTo>
                    <a:pt x="16057" y="19627"/>
                    <a:pt x="15667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59" y="15139"/>
                    <a:pt x="21242" y="14553"/>
                    <a:pt x="21548" y="13355"/>
                  </a:cubicBezTo>
                  <a:cubicBezTo>
                    <a:pt x="21827" y="12323"/>
                    <a:pt x="21158" y="11236"/>
                    <a:pt x="20405" y="10428"/>
                  </a:cubicBezTo>
                  <a:cubicBezTo>
                    <a:pt x="19625" y="9675"/>
                    <a:pt x="18677" y="9006"/>
                    <a:pt x="18120" y="8059"/>
                  </a:cubicBezTo>
                  <a:cubicBezTo>
                    <a:pt x="17423" y="6888"/>
                    <a:pt x="17479" y="5410"/>
                    <a:pt x="17367" y="4017"/>
                  </a:cubicBezTo>
                  <a:cubicBezTo>
                    <a:pt x="17256" y="2651"/>
                    <a:pt x="16865" y="1118"/>
                    <a:pt x="15695" y="393"/>
                  </a:cubicBezTo>
                  <a:cubicBezTo>
                    <a:pt x="15234" y="115"/>
                    <a:pt x="14721" y="1"/>
                    <a:pt x="1419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546;p30"/>
            <p:cNvSpPr/>
            <p:nvPr/>
          </p:nvSpPr>
          <p:spPr>
            <a:xfrm>
              <a:off x="8258040" y="3980160"/>
              <a:ext cx="152280" cy="155160"/>
            </a:xfrm>
            <a:custGeom>
              <a:avLst/>
              <a:gdLst>
                <a:gd name="textAreaLeft" fmla="*/ 0 w 152280"/>
                <a:gd name="textAreaRight" fmla="*/ 152640 w 15228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fill="none" w="6133" h="6245">
                  <a:moveTo>
                    <a:pt x="0" y="6245"/>
                  </a:moveTo>
                  <a:cubicBezTo>
                    <a:pt x="864" y="6022"/>
                    <a:pt x="1784" y="5799"/>
                    <a:pt x="2565" y="5408"/>
                  </a:cubicBezTo>
                  <a:cubicBezTo>
                    <a:pt x="3401" y="5018"/>
                    <a:pt x="4182" y="4488"/>
                    <a:pt x="4739" y="3764"/>
                  </a:cubicBezTo>
                  <a:cubicBezTo>
                    <a:pt x="5575" y="2732"/>
                    <a:pt x="5854" y="1339"/>
                    <a:pt x="6133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547;p30"/>
            <p:cNvSpPr/>
            <p:nvPr/>
          </p:nvSpPr>
          <p:spPr>
            <a:xfrm>
              <a:off x="8417880" y="3904560"/>
              <a:ext cx="24840" cy="496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fill="none" w="1005" h="2008">
                  <a:moveTo>
                    <a:pt x="56" y="2007"/>
                  </a:moveTo>
                  <a:cubicBezTo>
                    <a:pt x="1" y="1227"/>
                    <a:pt x="391" y="418"/>
                    <a:pt x="1004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548;p30"/>
            <p:cNvSpPr/>
            <p:nvPr/>
          </p:nvSpPr>
          <p:spPr>
            <a:xfrm>
              <a:off x="8252640" y="3636720"/>
              <a:ext cx="110880" cy="3312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fill="none" w="4461" h="1339">
                  <a:moveTo>
                    <a:pt x="0" y="1338"/>
                  </a:moveTo>
                  <a:cubicBezTo>
                    <a:pt x="1255" y="391"/>
                    <a:pt x="2927" y="0"/>
                    <a:pt x="4460" y="251"/>
                  </a:cubicBezTo>
                </a:path>
              </a:pathLst>
            </a:custGeom>
            <a:noFill/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549;p30"/>
            <p:cNvSpPr/>
            <p:nvPr/>
          </p:nvSpPr>
          <p:spPr>
            <a:xfrm>
              <a:off x="8389440" y="3642840"/>
              <a:ext cx="14400" cy="288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fill="none" w="586" h="1171">
                  <a:moveTo>
                    <a:pt x="1" y="56"/>
                  </a:moveTo>
                  <a:cubicBezTo>
                    <a:pt x="168" y="0"/>
                    <a:pt x="335" y="56"/>
                    <a:pt x="447" y="195"/>
                  </a:cubicBezTo>
                  <a:cubicBezTo>
                    <a:pt x="530" y="335"/>
                    <a:pt x="586" y="530"/>
                    <a:pt x="586" y="697"/>
                  </a:cubicBezTo>
                  <a:cubicBezTo>
                    <a:pt x="586" y="864"/>
                    <a:pt x="502" y="1032"/>
                    <a:pt x="475" y="1171"/>
                  </a:cubicBezTo>
                </a:path>
              </a:pathLst>
            </a:custGeom>
            <a:noFill/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550;p30"/>
            <p:cNvSpPr/>
            <p:nvPr/>
          </p:nvSpPr>
          <p:spPr>
            <a:xfrm>
              <a:off x="8160120" y="3649680"/>
              <a:ext cx="63000" cy="16056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160560"/>
                <a:gd name="textAreaBottom" fmla="*/ 160920 h 160560"/>
              </a:gdLst>
              <a:ahLst/>
              <a:cxnLst/>
              <a:rect l="textAreaLeft" t="textAreaTop" r="textAreaRight" b="textAreaBottom"/>
              <a:pathLst>
                <a:path w="2538" h="6469">
                  <a:moveTo>
                    <a:pt x="1551" y="1"/>
                  </a:moveTo>
                  <a:cubicBezTo>
                    <a:pt x="1040" y="1"/>
                    <a:pt x="637" y="540"/>
                    <a:pt x="419" y="894"/>
                  </a:cubicBezTo>
                  <a:cubicBezTo>
                    <a:pt x="140" y="1396"/>
                    <a:pt x="29" y="1953"/>
                    <a:pt x="29" y="2483"/>
                  </a:cubicBezTo>
                  <a:cubicBezTo>
                    <a:pt x="1" y="3793"/>
                    <a:pt x="419" y="5131"/>
                    <a:pt x="1199" y="6162"/>
                  </a:cubicBezTo>
                  <a:cubicBezTo>
                    <a:pt x="1283" y="6274"/>
                    <a:pt x="1395" y="6357"/>
                    <a:pt x="1534" y="6441"/>
                  </a:cubicBezTo>
                  <a:cubicBezTo>
                    <a:pt x="1578" y="6460"/>
                    <a:pt x="1626" y="6469"/>
                    <a:pt x="1676" y="6469"/>
                  </a:cubicBezTo>
                  <a:cubicBezTo>
                    <a:pt x="1848" y="6469"/>
                    <a:pt x="2039" y="6363"/>
                    <a:pt x="2147" y="6190"/>
                  </a:cubicBezTo>
                  <a:cubicBezTo>
                    <a:pt x="2287" y="6023"/>
                    <a:pt x="2314" y="5772"/>
                    <a:pt x="2370" y="5549"/>
                  </a:cubicBezTo>
                  <a:cubicBezTo>
                    <a:pt x="2537" y="4518"/>
                    <a:pt x="2537" y="3514"/>
                    <a:pt x="2454" y="2483"/>
                  </a:cubicBezTo>
                  <a:cubicBezTo>
                    <a:pt x="2398" y="1842"/>
                    <a:pt x="2398" y="141"/>
                    <a:pt x="1590" y="2"/>
                  </a:cubicBezTo>
                  <a:cubicBezTo>
                    <a:pt x="1577" y="1"/>
                    <a:pt x="1564" y="1"/>
                    <a:pt x="155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551;p30"/>
            <p:cNvSpPr/>
            <p:nvPr/>
          </p:nvSpPr>
          <p:spPr>
            <a:xfrm>
              <a:off x="8504640" y="3846600"/>
              <a:ext cx="54360" cy="5004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2199" h="2020">
                  <a:moveTo>
                    <a:pt x="1313" y="0"/>
                  </a:moveTo>
                  <a:cubicBezTo>
                    <a:pt x="950" y="0"/>
                    <a:pt x="534" y="261"/>
                    <a:pt x="308" y="569"/>
                  </a:cubicBezTo>
                  <a:cubicBezTo>
                    <a:pt x="196" y="708"/>
                    <a:pt x="112" y="876"/>
                    <a:pt x="29" y="1043"/>
                  </a:cubicBezTo>
                  <a:cubicBezTo>
                    <a:pt x="1" y="1210"/>
                    <a:pt x="1" y="1433"/>
                    <a:pt x="57" y="1600"/>
                  </a:cubicBezTo>
                  <a:cubicBezTo>
                    <a:pt x="196" y="1879"/>
                    <a:pt x="531" y="2018"/>
                    <a:pt x="809" y="2018"/>
                  </a:cubicBezTo>
                  <a:cubicBezTo>
                    <a:pt x="825" y="2019"/>
                    <a:pt x="840" y="2019"/>
                    <a:pt x="856" y="2019"/>
                  </a:cubicBezTo>
                  <a:cubicBezTo>
                    <a:pt x="1692" y="2019"/>
                    <a:pt x="2198" y="1279"/>
                    <a:pt x="1924" y="485"/>
                  </a:cubicBezTo>
                  <a:cubicBezTo>
                    <a:pt x="1808" y="135"/>
                    <a:pt x="1574" y="0"/>
                    <a:pt x="131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552;p30"/>
            <p:cNvSpPr/>
            <p:nvPr/>
          </p:nvSpPr>
          <p:spPr>
            <a:xfrm>
              <a:off x="8100000" y="3888360"/>
              <a:ext cx="61560" cy="8280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482" h="3343">
                  <a:moveTo>
                    <a:pt x="1467" y="0"/>
                  </a:moveTo>
                  <a:cubicBezTo>
                    <a:pt x="1091" y="0"/>
                    <a:pt x="882" y="440"/>
                    <a:pt x="698" y="730"/>
                  </a:cubicBezTo>
                  <a:cubicBezTo>
                    <a:pt x="363" y="1287"/>
                    <a:pt x="140" y="1900"/>
                    <a:pt x="56" y="2542"/>
                  </a:cubicBezTo>
                  <a:cubicBezTo>
                    <a:pt x="1" y="2792"/>
                    <a:pt x="1" y="3071"/>
                    <a:pt x="196" y="3239"/>
                  </a:cubicBezTo>
                  <a:cubicBezTo>
                    <a:pt x="280" y="3306"/>
                    <a:pt x="375" y="3343"/>
                    <a:pt x="473" y="3343"/>
                  </a:cubicBezTo>
                  <a:cubicBezTo>
                    <a:pt x="538" y="3343"/>
                    <a:pt x="604" y="3327"/>
                    <a:pt x="670" y="3294"/>
                  </a:cubicBezTo>
                  <a:cubicBezTo>
                    <a:pt x="837" y="3266"/>
                    <a:pt x="976" y="3155"/>
                    <a:pt x="1088" y="3071"/>
                  </a:cubicBezTo>
                  <a:cubicBezTo>
                    <a:pt x="1673" y="2569"/>
                    <a:pt x="2482" y="1399"/>
                    <a:pt x="2203" y="562"/>
                  </a:cubicBezTo>
                  <a:cubicBezTo>
                    <a:pt x="2091" y="284"/>
                    <a:pt x="1813" y="33"/>
                    <a:pt x="1534" y="5"/>
                  </a:cubicBezTo>
                  <a:cubicBezTo>
                    <a:pt x="1511" y="2"/>
                    <a:pt x="1489" y="0"/>
                    <a:pt x="1467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553;p30"/>
            <p:cNvSpPr/>
            <p:nvPr/>
          </p:nvSpPr>
          <p:spPr>
            <a:xfrm>
              <a:off x="5224320" y="3920040"/>
              <a:ext cx="205920" cy="1634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163440"/>
                <a:gd name="textAreaBottom" fmla="*/ 163800 h 163440"/>
              </a:gdLst>
              <a:ahLst/>
              <a:cxnLst/>
              <a:rect l="textAreaLeft" t="textAreaTop" r="textAreaRight" b="textAreaBottom"/>
              <a:pathLst>
                <a:path w="8280" h="6574">
                  <a:moveTo>
                    <a:pt x="3923" y="1"/>
                  </a:moveTo>
                  <a:cubicBezTo>
                    <a:pt x="3116" y="1"/>
                    <a:pt x="2311" y="178"/>
                    <a:pt x="1617" y="595"/>
                  </a:cubicBezTo>
                  <a:cubicBezTo>
                    <a:pt x="641" y="1180"/>
                    <a:pt x="0" y="2295"/>
                    <a:pt x="84" y="3410"/>
                  </a:cubicBezTo>
                  <a:cubicBezTo>
                    <a:pt x="167" y="4358"/>
                    <a:pt x="781" y="5194"/>
                    <a:pt x="1561" y="5752"/>
                  </a:cubicBezTo>
                  <a:cubicBezTo>
                    <a:pt x="2313" y="6299"/>
                    <a:pt x="3205" y="6574"/>
                    <a:pt x="4077" y="6574"/>
                  </a:cubicBezTo>
                  <a:cubicBezTo>
                    <a:pt x="5469" y="6574"/>
                    <a:pt x="6809" y="5874"/>
                    <a:pt x="7443" y="4469"/>
                  </a:cubicBezTo>
                  <a:cubicBezTo>
                    <a:pt x="8279" y="2657"/>
                    <a:pt x="7805" y="957"/>
                    <a:pt x="5826" y="316"/>
                  </a:cubicBezTo>
                  <a:cubicBezTo>
                    <a:pt x="5228" y="117"/>
                    <a:pt x="4575" y="1"/>
                    <a:pt x="392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554;p30"/>
            <p:cNvSpPr/>
            <p:nvPr/>
          </p:nvSpPr>
          <p:spPr>
            <a:xfrm>
              <a:off x="5183280" y="3906000"/>
              <a:ext cx="455760" cy="491760"/>
            </a:xfrm>
            <a:custGeom>
              <a:avLst/>
              <a:gdLst>
                <a:gd name="textAreaLeft" fmla="*/ 0 w 455760"/>
                <a:gd name="textAreaRight" fmla="*/ 456120 w 455760"/>
                <a:gd name="textAreaTop" fmla="*/ 0 h 491760"/>
                <a:gd name="textAreaBottom" fmla="*/ 492120 h 491760"/>
              </a:gdLst>
              <a:ahLst/>
              <a:cxnLst/>
              <a:rect l="textAreaLeft" t="textAreaTop" r="textAreaRight" b="textAreaBottom"/>
              <a:pathLst>
                <a:path fill="none" w="18315" h="19765">
                  <a:moveTo>
                    <a:pt x="18315" y="1"/>
                  </a:moveTo>
                  <a:cubicBezTo>
                    <a:pt x="9645" y="3346"/>
                    <a:pt x="2677" y="10872"/>
                    <a:pt x="0" y="19764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555;p30"/>
            <p:cNvSpPr/>
            <p:nvPr/>
          </p:nvSpPr>
          <p:spPr>
            <a:xfrm>
              <a:off x="5371920" y="3980160"/>
              <a:ext cx="106560" cy="12240"/>
            </a:xfrm>
            <a:custGeom>
              <a:avLst/>
              <a:gdLst>
                <a:gd name="textAreaLeft" fmla="*/ 0 w 106560"/>
                <a:gd name="textAreaRight" fmla="*/ 106920 w 10656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fill="none" w="4294" h="503">
                  <a:moveTo>
                    <a:pt x="4293" y="502"/>
                  </a:moveTo>
                  <a:cubicBezTo>
                    <a:pt x="2983" y="168"/>
                    <a:pt x="1366" y="1"/>
                    <a:pt x="1" y="168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556;p30"/>
            <p:cNvSpPr/>
            <p:nvPr/>
          </p:nvSpPr>
          <p:spPr>
            <a:xfrm>
              <a:off x="5530320" y="3963600"/>
              <a:ext cx="43920" cy="24264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fill="none" w="1785" h="9757">
                  <a:moveTo>
                    <a:pt x="0" y="1"/>
                  </a:moveTo>
                  <a:cubicBezTo>
                    <a:pt x="1255" y="3067"/>
                    <a:pt x="1784" y="6468"/>
                    <a:pt x="1533" y="9757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557;p30"/>
            <p:cNvSpPr/>
            <p:nvPr/>
          </p:nvSpPr>
          <p:spPr>
            <a:xfrm>
              <a:off x="5294880" y="4183560"/>
              <a:ext cx="104400" cy="18360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83600"/>
                <a:gd name="textAreaBottom" fmla="*/ 183960 h 183600"/>
              </a:gdLst>
              <a:ahLst/>
              <a:cxnLst/>
              <a:rect l="textAreaLeft" t="textAreaTop" r="textAreaRight" b="textAreaBottom"/>
              <a:pathLst>
                <a:path fill="none" w="4210" h="7388">
                  <a:moveTo>
                    <a:pt x="0" y="1"/>
                  </a:moveTo>
                  <a:cubicBezTo>
                    <a:pt x="2175" y="1952"/>
                    <a:pt x="3624" y="4517"/>
                    <a:pt x="4210" y="7388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558;p30"/>
            <p:cNvSpPr/>
            <p:nvPr/>
          </p:nvSpPr>
          <p:spPr>
            <a:xfrm>
              <a:off x="5149800" y="4118400"/>
              <a:ext cx="179280" cy="43920"/>
            </a:xfrm>
            <a:custGeom>
              <a:avLst/>
              <a:gdLst>
                <a:gd name="textAreaLeft" fmla="*/ 0 w 179280"/>
                <a:gd name="textAreaRight" fmla="*/ 179640 w 17928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fill="none" w="7221" h="1785">
                  <a:moveTo>
                    <a:pt x="7220" y="419"/>
                  </a:moveTo>
                  <a:cubicBezTo>
                    <a:pt x="4711" y="1"/>
                    <a:pt x="2175" y="447"/>
                    <a:pt x="0" y="1785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559;p30"/>
            <p:cNvSpPr/>
            <p:nvPr/>
          </p:nvSpPr>
          <p:spPr>
            <a:xfrm>
              <a:off x="5319360" y="3942000"/>
              <a:ext cx="83520" cy="817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373" h="3296">
                  <a:moveTo>
                    <a:pt x="1115" y="0"/>
                  </a:moveTo>
                  <a:lnTo>
                    <a:pt x="1115" y="0"/>
                  </a:lnTo>
                  <a:cubicBezTo>
                    <a:pt x="1254" y="363"/>
                    <a:pt x="1254" y="781"/>
                    <a:pt x="1115" y="1143"/>
                  </a:cubicBezTo>
                  <a:cubicBezTo>
                    <a:pt x="836" y="809"/>
                    <a:pt x="446" y="530"/>
                    <a:pt x="28" y="391"/>
                  </a:cubicBezTo>
                  <a:lnTo>
                    <a:pt x="28" y="391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0" y="1422"/>
                    <a:pt x="613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5"/>
                    <a:pt x="397" y="2635"/>
                    <a:pt x="556" y="2635"/>
                  </a:cubicBezTo>
                  <a:cubicBezTo>
                    <a:pt x="811" y="2635"/>
                    <a:pt x="1072" y="2531"/>
                    <a:pt x="1227" y="2342"/>
                  </a:cubicBezTo>
                  <a:cubicBezTo>
                    <a:pt x="1227" y="2649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4" y="3295"/>
                  </a:cubicBezTo>
                  <a:cubicBezTo>
                    <a:pt x="1824" y="3295"/>
                    <a:pt x="1832" y="3293"/>
                    <a:pt x="1840" y="3290"/>
                  </a:cubicBezTo>
                  <a:cubicBezTo>
                    <a:pt x="1923" y="3234"/>
                    <a:pt x="1951" y="3178"/>
                    <a:pt x="1951" y="3095"/>
                  </a:cubicBezTo>
                  <a:cubicBezTo>
                    <a:pt x="2007" y="2816"/>
                    <a:pt x="1979" y="2537"/>
                    <a:pt x="1896" y="2314"/>
                  </a:cubicBezTo>
                  <a:lnTo>
                    <a:pt x="1896" y="2314"/>
                  </a:lnTo>
                  <a:cubicBezTo>
                    <a:pt x="2056" y="2358"/>
                    <a:pt x="2221" y="2380"/>
                    <a:pt x="2386" y="2380"/>
                  </a:cubicBezTo>
                  <a:cubicBezTo>
                    <a:pt x="2739" y="2380"/>
                    <a:pt x="3088" y="2281"/>
                    <a:pt x="3373" y="2091"/>
                  </a:cubicBezTo>
                  <a:lnTo>
                    <a:pt x="2119" y="1673"/>
                  </a:lnTo>
                  <a:cubicBezTo>
                    <a:pt x="2425" y="1338"/>
                    <a:pt x="2537" y="837"/>
                    <a:pt x="2481" y="391"/>
                  </a:cubicBezTo>
                  <a:lnTo>
                    <a:pt x="2481" y="391"/>
                  </a:lnTo>
                  <a:cubicBezTo>
                    <a:pt x="2230" y="502"/>
                    <a:pt x="1979" y="641"/>
                    <a:pt x="1784" y="837"/>
                  </a:cubicBezTo>
                  <a:cubicBezTo>
                    <a:pt x="1728" y="446"/>
                    <a:pt x="1477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560;p30"/>
            <p:cNvSpPr/>
            <p:nvPr/>
          </p:nvSpPr>
          <p:spPr>
            <a:xfrm>
              <a:off x="5297760" y="4310280"/>
              <a:ext cx="211320" cy="16740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8503" h="6741">
                  <a:moveTo>
                    <a:pt x="4156" y="1"/>
                  </a:moveTo>
                  <a:cubicBezTo>
                    <a:pt x="3273" y="1"/>
                    <a:pt x="2395" y="212"/>
                    <a:pt x="1646" y="711"/>
                  </a:cubicBezTo>
                  <a:cubicBezTo>
                    <a:pt x="670" y="1352"/>
                    <a:pt x="1" y="2495"/>
                    <a:pt x="140" y="3638"/>
                  </a:cubicBezTo>
                  <a:cubicBezTo>
                    <a:pt x="252" y="4614"/>
                    <a:pt x="893" y="5450"/>
                    <a:pt x="1701" y="5979"/>
                  </a:cubicBezTo>
                  <a:cubicBezTo>
                    <a:pt x="2455" y="6488"/>
                    <a:pt x="3323" y="6741"/>
                    <a:pt x="4171" y="6741"/>
                  </a:cubicBezTo>
                  <a:cubicBezTo>
                    <a:pt x="5645" y="6741"/>
                    <a:pt x="7058" y="5978"/>
                    <a:pt x="7695" y="4474"/>
                  </a:cubicBezTo>
                  <a:cubicBezTo>
                    <a:pt x="8503" y="2607"/>
                    <a:pt x="7945" y="850"/>
                    <a:pt x="5910" y="265"/>
                  </a:cubicBezTo>
                  <a:cubicBezTo>
                    <a:pt x="5349" y="97"/>
                    <a:pt x="4751" y="1"/>
                    <a:pt x="415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561;p30"/>
            <p:cNvSpPr/>
            <p:nvPr/>
          </p:nvSpPr>
          <p:spPr>
            <a:xfrm>
              <a:off x="5342760" y="4268880"/>
              <a:ext cx="83520" cy="817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374" h="3290">
                  <a:moveTo>
                    <a:pt x="2287" y="1"/>
                  </a:moveTo>
                  <a:cubicBezTo>
                    <a:pt x="2119" y="391"/>
                    <a:pt x="1952" y="809"/>
                    <a:pt x="1785" y="1199"/>
                  </a:cubicBezTo>
                  <a:cubicBezTo>
                    <a:pt x="1507" y="898"/>
                    <a:pt x="1133" y="732"/>
                    <a:pt x="759" y="732"/>
                  </a:cubicBezTo>
                  <a:cubicBezTo>
                    <a:pt x="683" y="732"/>
                    <a:pt x="606" y="739"/>
                    <a:pt x="530" y="753"/>
                  </a:cubicBezTo>
                  <a:cubicBezTo>
                    <a:pt x="586" y="1032"/>
                    <a:pt x="726" y="1255"/>
                    <a:pt x="893" y="1478"/>
                  </a:cubicBezTo>
                  <a:cubicBezTo>
                    <a:pt x="530" y="1478"/>
                    <a:pt x="140" y="1701"/>
                    <a:pt x="1" y="2063"/>
                  </a:cubicBezTo>
                  <a:cubicBezTo>
                    <a:pt x="139" y="2024"/>
                    <a:pt x="281" y="2005"/>
                    <a:pt x="421" y="2005"/>
                  </a:cubicBezTo>
                  <a:cubicBezTo>
                    <a:pt x="677" y="2005"/>
                    <a:pt x="928" y="2067"/>
                    <a:pt x="1144" y="2175"/>
                  </a:cubicBezTo>
                  <a:cubicBezTo>
                    <a:pt x="753" y="2398"/>
                    <a:pt x="475" y="2760"/>
                    <a:pt x="280" y="3178"/>
                  </a:cubicBezTo>
                  <a:cubicBezTo>
                    <a:pt x="369" y="3205"/>
                    <a:pt x="458" y="3218"/>
                    <a:pt x="548" y="3218"/>
                  </a:cubicBezTo>
                  <a:cubicBezTo>
                    <a:pt x="737" y="3218"/>
                    <a:pt x="926" y="3162"/>
                    <a:pt x="1116" y="3067"/>
                  </a:cubicBezTo>
                  <a:cubicBezTo>
                    <a:pt x="1367" y="2928"/>
                    <a:pt x="1534" y="2705"/>
                    <a:pt x="1645" y="2398"/>
                  </a:cubicBezTo>
                  <a:cubicBezTo>
                    <a:pt x="1729" y="2788"/>
                    <a:pt x="2064" y="3151"/>
                    <a:pt x="2426" y="3290"/>
                  </a:cubicBezTo>
                  <a:cubicBezTo>
                    <a:pt x="2677" y="2955"/>
                    <a:pt x="2649" y="2454"/>
                    <a:pt x="2370" y="2119"/>
                  </a:cubicBezTo>
                  <a:cubicBezTo>
                    <a:pt x="2677" y="2119"/>
                    <a:pt x="2983" y="2036"/>
                    <a:pt x="3234" y="1840"/>
                  </a:cubicBezTo>
                  <a:cubicBezTo>
                    <a:pt x="3318" y="1785"/>
                    <a:pt x="3374" y="1701"/>
                    <a:pt x="3346" y="1617"/>
                  </a:cubicBezTo>
                  <a:cubicBezTo>
                    <a:pt x="3318" y="1534"/>
                    <a:pt x="3234" y="1506"/>
                    <a:pt x="3179" y="1478"/>
                  </a:cubicBezTo>
                  <a:cubicBezTo>
                    <a:pt x="3015" y="1413"/>
                    <a:pt x="2852" y="1386"/>
                    <a:pt x="2689" y="1386"/>
                  </a:cubicBezTo>
                  <a:cubicBezTo>
                    <a:pt x="2573" y="1386"/>
                    <a:pt x="2458" y="1399"/>
                    <a:pt x="2342" y="1422"/>
                  </a:cubicBezTo>
                  <a:cubicBezTo>
                    <a:pt x="2537" y="1032"/>
                    <a:pt x="2537" y="474"/>
                    <a:pt x="22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562;p30"/>
            <p:cNvSpPr/>
            <p:nvPr/>
          </p:nvSpPr>
          <p:spPr>
            <a:xfrm>
              <a:off x="5457960" y="4129920"/>
              <a:ext cx="218880" cy="19188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1880"/>
                <a:gd name="textAreaBottom" fmla="*/ 192240 h 191880"/>
              </a:gdLst>
              <a:ahLst/>
              <a:cxnLst/>
              <a:rect l="textAreaLeft" t="textAreaTop" r="textAreaRight" b="textAreaBottom"/>
              <a:pathLst>
                <a:path w="8806" h="7721">
                  <a:moveTo>
                    <a:pt x="5581" y="0"/>
                  </a:moveTo>
                  <a:cubicBezTo>
                    <a:pt x="5470" y="0"/>
                    <a:pt x="5357" y="4"/>
                    <a:pt x="5241" y="13"/>
                  </a:cubicBezTo>
                  <a:cubicBezTo>
                    <a:pt x="3624" y="152"/>
                    <a:pt x="1951" y="821"/>
                    <a:pt x="976" y="2159"/>
                  </a:cubicBezTo>
                  <a:cubicBezTo>
                    <a:pt x="223" y="3190"/>
                    <a:pt x="0" y="4612"/>
                    <a:pt x="586" y="5783"/>
                  </a:cubicBezTo>
                  <a:cubicBezTo>
                    <a:pt x="1087" y="6703"/>
                    <a:pt x="2091" y="7344"/>
                    <a:pt x="3150" y="7595"/>
                  </a:cubicBezTo>
                  <a:cubicBezTo>
                    <a:pt x="3518" y="7680"/>
                    <a:pt x="3889" y="7721"/>
                    <a:pt x="4257" y="7721"/>
                  </a:cubicBezTo>
                  <a:cubicBezTo>
                    <a:pt x="6535" y="7721"/>
                    <a:pt x="8657" y="6141"/>
                    <a:pt x="8753" y="3692"/>
                  </a:cubicBezTo>
                  <a:cubicBezTo>
                    <a:pt x="8806" y="1519"/>
                    <a:pt x="7725" y="0"/>
                    <a:pt x="55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563;p30"/>
            <p:cNvSpPr/>
            <p:nvPr/>
          </p:nvSpPr>
          <p:spPr>
            <a:xfrm>
              <a:off x="5523480" y="4107960"/>
              <a:ext cx="93240" cy="7200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72000"/>
                <a:gd name="textAreaBottom" fmla="*/ 72360 h 72000"/>
              </a:gdLst>
              <a:ahLst/>
              <a:cxnLst/>
              <a:rect l="textAreaLeft" t="textAreaTop" r="textAreaRight" b="textAreaBottom"/>
              <a:pathLst>
                <a:path w="3764" h="2907">
                  <a:moveTo>
                    <a:pt x="2230" y="1"/>
                  </a:moveTo>
                  <a:cubicBezTo>
                    <a:pt x="2007" y="196"/>
                    <a:pt x="1868" y="419"/>
                    <a:pt x="1784" y="697"/>
                  </a:cubicBezTo>
                  <a:cubicBezTo>
                    <a:pt x="1577" y="361"/>
                    <a:pt x="1226" y="193"/>
                    <a:pt x="887" y="193"/>
                  </a:cubicBezTo>
                  <a:cubicBezTo>
                    <a:pt x="861" y="193"/>
                    <a:pt x="835" y="194"/>
                    <a:pt x="809" y="196"/>
                  </a:cubicBezTo>
                  <a:cubicBezTo>
                    <a:pt x="1088" y="474"/>
                    <a:pt x="1255" y="865"/>
                    <a:pt x="1283" y="1255"/>
                  </a:cubicBezTo>
                  <a:cubicBezTo>
                    <a:pt x="953" y="1066"/>
                    <a:pt x="563" y="997"/>
                    <a:pt x="198" y="997"/>
                  </a:cubicBezTo>
                  <a:cubicBezTo>
                    <a:pt x="131" y="997"/>
                    <a:pt x="65" y="1000"/>
                    <a:pt x="0" y="1004"/>
                  </a:cubicBezTo>
                  <a:cubicBezTo>
                    <a:pt x="56" y="1283"/>
                    <a:pt x="279" y="1534"/>
                    <a:pt x="530" y="1673"/>
                  </a:cubicBezTo>
                  <a:cubicBezTo>
                    <a:pt x="682" y="1768"/>
                    <a:pt x="887" y="1811"/>
                    <a:pt x="1090" y="1811"/>
                  </a:cubicBezTo>
                  <a:cubicBezTo>
                    <a:pt x="1184" y="1811"/>
                    <a:pt x="1278" y="1802"/>
                    <a:pt x="1366" y="1785"/>
                  </a:cubicBezTo>
                  <a:lnTo>
                    <a:pt x="1366" y="1785"/>
                  </a:lnTo>
                  <a:cubicBezTo>
                    <a:pt x="1088" y="2063"/>
                    <a:pt x="948" y="2509"/>
                    <a:pt x="1004" y="2900"/>
                  </a:cubicBezTo>
                  <a:cubicBezTo>
                    <a:pt x="1037" y="2904"/>
                    <a:pt x="1070" y="2906"/>
                    <a:pt x="1103" y="2906"/>
                  </a:cubicBezTo>
                  <a:cubicBezTo>
                    <a:pt x="1486" y="2906"/>
                    <a:pt x="1849" y="2618"/>
                    <a:pt x="1952" y="2258"/>
                  </a:cubicBezTo>
                  <a:cubicBezTo>
                    <a:pt x="2091" y="2537"/>
                    <a:pt x="2370" y="2760"/>
                    <a:pt x="2649" y="2844"/>
                  </a:cubicBezTo>
                  <a:cubicBezTo>
                    <a:pt x="2699" y="2869"/>
                    <a:pt x="2743" y="2883"/>
                    <a:pt x="2785" y="2883"/>
                  </a:cubicBezTo>
                  <a:cubicBezTo>
                    <a:pt x="2835" y="2883"/>
                    <a:pt x="2881" y="2862"/>
                    <a:pt x="2927" y="2816"/>
                  </a:cubicBezTo>
                  <a:cubicBezTo>
                    <a:pt x="2955" y="2760"/>
                    <a:pt x="2955" y="2677"/>
                    <a:pt x="2955" y="2621"/>
                  </a:cubicBezTo>
                  <a:cubicBezTo>
                    <a:pt x="2899" y="2342"/>
                    <a:pt x="2760" y="2091"/>
                    <a:pt x="2565" y="1868"/>
                  </a:cubicBezTo>
                  <a:cubicBezTo>
                    <a:pt x="2983" y="1840"/>
                    <a:pt x="3485" y="1534"/>
                    <a:pt x="3764" y="1116"/>
                  </a:cubicBezTo>
                  <a:lnTo>
                    <a:pt x="3764" y="1116"/>
                  </a:lnTo>
                  <a:cubicBezTo>
                    <a:pt x="3345" y="1171"/>
                    <a:pt x="2899" y="1227"/>
                    <a:pt x="2481" y="1283"/>
                  </a:cubicBezTo>
                  <a:cubicBezTo>
                    <a:pt x="2621" y="837"/>
                    <a:pt x="2509" y="335"/>
                    <a:pt x="22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0" bIns="36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564;p30"/>
            <p:cNvSpPr/>
            <p:nvPr/>
          </p:nvSpPr>
          <p:spPr>
            <a:xfrm>
              <a:off x="5035320" y="4099320"/>
              <a:ext cx="209880" cy="16848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8447" h="6777">
                  <a:moveTo>
                    <a:pt x="3731" y="0"/>
                  </a:moveTo>
                  <a:cubicBezTo>
                    <a:pt x="3122" y="0"/>
                    <a:pt x="2513" y="109"/>
                    <a:pt x="1951" y="350"/>
                  </a:cubicBezTo>
                  <a:cubicBezTo>
                    <a:pt x="920" y="823"/>
                    <a:pt x="84" y="1883"/>
                    <a:pt x="56" y="3026"/>
                  </a:cubicBezTo>
                  <a:cubicBezTo>
                    <a:pt x="0" y="4001"/>
                    <a:pt x="530" y="4949"/>
                    <a:pt x="1227" y="5618"/>
                  </a:cubicBezTo>
                  <a:cubicBezTo>
                    <a:pt x="2051" y="6379"/>
                    <a:pt x="3123" y="6776"/>
                    <a:pt x="4170" y="6776"/>
                  </a:cubicBezTo>
                  <a:cubicBezTo>
                    <a:pt x="5425" y="6776"/>
                    <a:pt x="6645" y="6205"/>
                    <a:pt x="7359" y="5005"/>
                  </a:cubicBezTo>
                  <a:cubicBezTo>
                    <a:pt x="8446" y="3276"/>
                    <a:pt x="8168" y="1492"/>
                    <a:pt x="6216" y="600"/>
                  </a:cubicBezTo>
                  <a:cubicBezTo>
                    <a:pt x="5478" y="223"/>
                    <a:pt x="4604" y="0"/>
                    <a:pt x="373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565;p30"/>
            <p:cNvSpPr/>
            <p:nvPr/>
          </p:nvSpPr>
          <p:spPr>
            <a:xfrm>
              <a:off x="5177160" y="4090320"/>
              <a:ext cx="83520" cy="813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3374" h="3281">
                  <a:moveTo>
                    <a:pt x="1116" y="1"/>
                  </a:moveTo>
                  <a:lnTo>
                    <a:pt x="1116" y="1"/>
                  </a:lnTo>
                  <a:cubicBezTo>
                    <a:pt x="1255" y="335"/>
                    <a:pt x="1255" y="753"/>
                    <a:pt x="1116" y="1144"/>
                  </a:cubicBezTo>
                  <a:cubicBezTo>
                    <a:pt x="837" y="809"/>
                    <a:pt x="447" y="530"/>
                    <a:pt x="28" y="391"/>
                  </a:cubicBezTo>
                  <a:lnTo>
                    <a:pt x="28" y="391"/>
                  </a:lnTo>
                  <a:cubicBezTo>
                    <a:pt x="1" y="670"/>
                    <a:pt x="84" y="976"/>
                    <a:pt x="224" y="1171"/>
                  </a:cubicBezTo>
                  <a:cubicBezTo>
                    <a:pt x="391" y="1422"/>
                    <a:pt x="642" y="1562"/>
                    <a:pt x="920" y="1645"/>
                  </a:cubicBezTo>
                  <a:cubicBezTo>
                    <a:pt x="530" y="1785"/>
                    <a:pt x="224" y="2119"/>
                    <a:pt x="112" y="2509"/>
                  </a:cubicBezTo>
                  <a:cubicBezTo>
                    <a:pt x="242" y="2585"/>
                    <a:pt x="402" y="2623"/>
                    <a:pt x="563" y="2623"/>
                  </a:cubicBezTo>
                  <a:cubicBezTo>
                    <a:pt x="816" y="2623"/>
                    <a:pt x="1074" y="2530"/>
                    <a:pt x="1227" y="2342"/>
                  </a:cubicBezTo>
                  <a:cubicBezTo>
                    <a:pt x="1227" y="2649"/>
                    <a:pt x="1367" y="2955"/>
                    <a:pt x="1617" y="3178"/>
                  </a:cubicBezTo>
                  <a:cubicBezTo>
                    <a:pt x="1660" y="3221"/>
                    <a:pt x="1736" y="3280"/>
                    <a:pt x="1794" y="3280"/>
                  </a:cubicBezTo>
                  <a:cubicBezTo>
                    <a:pt x="1811" y="3280"/>
                    <a:pt x="1827" y="3275"/>
                    <a:pt x="1840" y="3262"/>
                  </a:cubicBezTo>
                  <a:cubicBezTo>
                    <a:pt x="1924" y="3234"/>
                    <a:pt x="1952" y="3178"/>
                    <a:pt x="1952" y="3095"/>
                  </a:cubicBezTo>
                  <a:cubicBezTo>
                    <a:pt x="2036" y="2816"/>
                    <a:pt x="1980" y="2537"/>
                    <a:pt x="1896" y="2286"/>
                  </a:cubicBezTo>
                  <a:lnTo>
                    <a:pt x="1896" y="2286"/>
                  </a:lnTo>
                  <a:cubicBezTo>
                    <a:pt x="2072" y="2326"/>
                    <a:pt x="2255" y="2348"/>
                    <a:pt x="2436" y="2348"/>
                  </a:cubicBezTo>
                  <a:cubicBezTo>
                    <a:pt x="2772" y="2348"/>
                    <a:pt x="3102" y="2272"/>
                    <a:pt x="3374" y="2091"/>
                  </a:cubicBezTo>
                  <a:lnTo>
                    <a:pt x="2119" y="1673"/>
                  </a:lnTo>
                  <a:cubicBezTo>
                    <a:pt x="2454" y="1311"/>
                    <a:pt x="2537" y="837"/>
                    <a:pt x="2482" y="391"/>
                  </a:cubicBezTo>
                  <a:lnTo>
                    <a:pt x="2482" y="391"/>
                  </a:lnTo>
                  <a:cubicBezTo>
                    <a:pt x="2231" y="475"/>
                    <a:pt x="1980" y="614"/>
                    <a:pt x="1785" y="837"/>
                  </a:cubicBezTo>
                  <a:cubicBezTo>
                    <a:pt x="1757" y="447"/>
                    <a:pt x="1478" y="112"/>
                    <a:pt x="11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566;p30"/>
            <p:cNvSpPr/>
            <p:nvPr/>
          </p:nvSpPr>
          <p:spPr>
            <a:xfrm>
              <a:off x="5064480" y="4365000"/>
              <a:ext cx="229320" cy="180720"/>
            </a:xfrm>
            <a:custGeom>
              <a:avLst/>
              <a:gdLst>
                <a:gd name="textAreaLeft" fmla="*/ 0 w 229320"/>
                <a:gd name="textAreaRight" fmla="*/ 229680 w 22932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9228" h="7277">
                  <a:moveTo>
                    <a:pt x="4515" y="0"/>
                  </a:moveTo>
                  <a:cubicBezTo>
                    <a:pt x="3550" y="0"/>
                    <a:pt x="2578" y="218"/>
                    <a:pt x="1757" y="737"/>
                  </a:cubicBezTo>
                  <a:cubicBezTo>
                    <a:pt x="726" y="1434"/>
                    <a:pt x="1" y="2688"/>
                    <a:pt x="168" y="3915"/>
                  </a:cubicBezTo>
                  <a:cubicBezTo>
                    <a:pt x="307" y="4974"/>
                    <a:pt x="1004" y="5866"/>
                    <a:pt x="1868" y="6451"/>
                  </a:cubicBezTo>
                  <a:cubicBezTo>
                    <a:pt x="2684" y="7002"/>
                    <a:pt x="3627" y="7277"/>
                    <a:pt x="4547" y="7277"/>
                  </a:cubicBezTo>
                  <a:cubicBezTo>
                    <a:pt x="6143" y="7277"/>
                    <a:pt x="7674" y="6451"/>
                    <a:pt x="8363" y="4807"/>
                  </a:cubicBezTo>
                  <a:cubicBezTo>
                    <a:pt x="9228" y="2772"/>
                    <a:pt x="8642" y="932"/>
                    <a:pt x="6384" y="263"/>
                  </a:cubicBezTo>
                  <a:cubicBezTo>
                    <a:pt x="5795" y="96"/>
                    <a:pt x="5156" y="0"/>
                    <a:pt x="451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360" bIns="90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567;p30"/>
            <p:cNvSpPr/>
            <p:nvPr/>
          </p:nvSpPr>
          <p:spPr>
            <a:xfrm>
              <a:off x="5149800" y="4327200"/>
              <a:ext cx="84240" cy="8172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402" h="3295">
                  <a:moveTo>
                    <a:pt x="1115" y="0"/>
                  </a:moveTo>
                  <a:lnTo>
                    <a:pt x="1115" y="0"/>
                  </a:lnTo>
                  <a:cubicBezTo>
                    <a:pt x="1255" y="363"/>
                    <a:pt x="1255" y="781"/>
                    <a:pt x="1115" y="1143"/>
                  </a:cubicBezTo>
                  <a:cubicBezTo>
                    <a:pt x="837" y="809"/>
                    <a:pt x="474" y="530"/>
                    <a:pt x="56" y="390"/>
                  </a:cubicBezTo>
                  <a:lnTo>
                    <a:pt x="56" y="390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1" y="1422"/>
                    <a:pt x="642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4"/>
                    <a:pt x="397" y="2635"/>
                    <a:pt x="556" y="2635"/>
                  </a:cubicBezTo>
                  <a:cubicBezTo>
                    <a:pt x="812" y="2635"/>
                    <a:pt x="1072" y="2531"/>
                    <a:pt x="1227" y="2342"/>
                  </a:cubicBezTo>
                  <a:cubicBezTo>
                    <a:pt x="1227" y="2648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5" y="3295"/>
                  </a:cubicBezTo>
                  <a:cubicBezTo>
                    <a:pt x="1824" y="3295"/>
                    <a:pt x="1833" y="3293"/>
                    <a:pt x="1840" y="3289"/>
                  </a:cubicBezTo>
                  <a:cubicBezTo>
                    <a:pt x="1924" y="3234"/>
                    <a:pt x="1952" y="3178"/>
                    <a:pt x="1952" y="3094"/>
                  </a:cubicBezTo>
                  <a:cubicBezTo>
                    <a:pt x="2035" y="2816"/>
                    <a:pt x="2007" y="2537"/>
                    <a:pt x="1896" y="2314"/>
                  </a:cubicBezTo>
                  <a:lnTo>
                    <a:pt x="1896" y="2314"/>
                  </a:lnTo>
                  <a:cubicBezTo>
                    <a:pt x="2047" y="2358"/>
                    <a:pt x="2212" y="2380"/>
                    <a:pt x="2381" y="2380"/>
                  </a:cubicBezTo>
                  <a:cubicBezTo>
                    <a:pt x="2741" y="2380"/>
                    <a:pt x="3116" y="2281"/>
                    <a:pt x="3401" y="2091"/>
                  </a:cubicBezTo>
                  <a:lnTo>
                    <a:pt x="2147" y="1673"/>
                  </a:lnTo>
                  <a:cubicBezTo>
                    <a:pt x="2454" y="1338"/>
                    <a:pt x="2537" y="836"/>
                    <a:pt x="2481" y="390"/>
                  </a:cubicBezTo>
                  <a:lnTo>
                    <a:pt x="2481" y="390"/>
                  </a:lnTo>
                  <a:cubicBezTo>
                    <a:pt x="2231" y="502"/>
                    <a:pt x="2007" y="641"/>
                    <a:pt x="1784" y="836"/>
                  </a:cubicBezTo>
                  <a:cubicBezTo>
                    <a:pt x="1757" y="446"/>
                    <a:pt x="1478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568;p30"/>
            <p:cNvSpPr/>
            <p:nvPr/>
          </p:nvSpPr>
          <p:spPr>
            <a:xfrm>
              <a:off x="5248440" y="3942000"/>
              <a:ext cx="58680" cy="7128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71280"/>
                <a:gd name="textAreaBottom" fmla="*/ 71640 h 71280"/>
              </a:gdLst>
              <a:ahLst/>
              <a:cxnLst/>
              <a:rect l="textAreaLeft" t="textAreaTop" r="textAreaRight" b="textAreaBottom"/>
              <a:pathLst>
                <a:path w="2371" h="2876">
                  <a:moveTo>
                    <a:pt x="1734" y="1"/>
                  </a:moveTo>
                  <a:cubicBezTo>
                    <a:pt x="1347" y="1"/>
                    <a:pt x="823" y="294"/>
                    <a:pt x="503" y="588"/>
                  </a:cubicBezTo>
                  <a:cubicBezTo>
                    <a:pt x="168" y="978"/>
                    <a:pt x="1" y="1480"/>
                    <a:pt x="1" y="1982"/>
                  </a:cubicBezTo>
                  <a:cubicBezTo>
                    <a:pt x="1" y="2177"/>
                    <a:pt x="29" y="2372"/>
                    <a:pt x="140" y="2539"/>
                  </a:cubicBezTo>
                  <a:cubicBezTo>
                    <a:pt x="224" y="2734"/>
                    <a:pt x="419" y="2818"/>
                    <a:pt x="586" y="2874"/>
                  </a:cubicBezTo>
                  <a:cubicBezTo>
                    <a:pt x="603" y="2875"/>
                    <a:pt x="620" y="2876"/>
                    <a:pt x="637" y="2876"/>
                  </a:cubicBezTo>
                  <a:cubicBezTo>
                    <a:pt x="949" y="2876"/>
                    <a:pt x="1211" y="2636"/>
                    <a:pt x="1422" y="2372"/>
                  </a:cubicBezTo>
                  <a:cubicBezTo>
                    <a:pt x="1729" y="2037"/>
                    <a:pt x="2036" y="1619"/>
                    <a:pt x="2175" y="1145"/>
                  </a:cubicBezTo>
                  <a:cubicBezTo>
                    <a:pt x="2287" y="783"/>
                    <a:pt x="2370" y="30"/>
                    <a:pt x="1785" y="2"/>
                  </a:cubicBezTo>
                  <a:cubicBezTo>
                    <a:pt x="1768" y="1"/>
                    <a:pt x="1751" y="1"/>
                    <a:pt x="1734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569;p30"/>
            <p:cNvSpPr/>
            <p:nvPr/>
          </p:nvSpPr>
          <p:spPr>
            <a:xfrm>
              <a:off x="5481720" y="4173480"/>
              <a:ext cx="66960" cy="9540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95400"/>
                <a:gd name="textAreaBottom" fmla="*/ 95760 h 95400"/>
              </a:gdLst>
              <a:ahLst/>
              <a:cxnLst/>
              <a:rect l="textAreaLeft" t="textAreaTop" r="textAreaRight" b="textAreaBottom"/>
              <a:pathLst>
                <a:path w="2705" h="3839">
                  <a:moveTo>
                    <a:pt x="1392" y="0"/>
                  </a:moveTo>
                  <a:cubicBezTo>
                    <a:pt x="714" y="0"/>
                    <a:pt x="261" y="834"/>
                    <a:pt x="140" y="1460"/>
                  </a:cubicBezTo>
                  <a:cubicBezTo>
                    <a:pt x="1" y="2018"/>
                    <a:pt x="112" y="2631"/>
                    <a:pt x="335" y="3105"/>
                  </a:cubicBezTo>
                  <a:cubicBezTo>
                    <a:pt x="531" y="3495"/>
                    <a:pt x="865" y="3830"/>
                    <a:pt x="1255" y="3830"/>
                  </a:cubicBezTo>
                  <a:cubicBezTo>
                    <a:pt x="1287" y="3835"/>
                    <a:pt x="1320" y="3838"/>
                    <a:pt x="1352" y="3838"/>
                  </a:cubicBezTo>
                  <a:cubicBezTo>
                    <a:pt x="1625" y="3838"/>
                    <a:pt x="1892" y="3636"/>
                    <a:pt x="2092" y="3411"/>
                  </a:cubicBezTo>
                  <a:cubicBezTo>
                    <a:pt x="2287" y="3188"/>
                    <a:pt x="2370" y="2854"/>
                    <a:pt x="2482" y="2547"/>
                  </a:cubicBezTo>
                  <a:cubicBezTo>
                    <a:pt x="2677" y="1711"/>
                    <a:pt x="2705" y="457"/>
                    <a:pt x="1729" y="66"/>
                  </a:cubicBezTo>
                  <a:cubicBezTo>
                    <a:pt x="1611" y="21"/>
                    <a:pt x="1499" y="0"/>
                    <a:pt x="1392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880" bIns="47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570;p30"/>
            <p:cNvSpPr/>
            <p:nvPr/>
          </p:nvSpPr>
          <p:spPr>
            <a:xfrm>
              <a:off x="5315040" y="4362840"/>
              <a:ext cx="63000" cy="8028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2538" h="3232">
                  <a:moveTo>
                    <a:pt x="876" y="1"/>
                  </a:moveTo>
                  <a:cubicBezTo>
                    <a:pt x="487" y="1"/>
                    <a:pt x="205" y="242"/>
                    <a:pt x="84" y="746"/>
                  </a:cubicBezTo>
                  <a:cubicBezTo>
                    <a:pt x="1" y="1192"/>
                    <a:pt x="140" y="1666"/>
                    <a:pt x="307" y="2057"/>
                  </a:cubicBezTo>
                  <a:cubicBezTo>
                    <a:pt x="447" y="2419"/>
                    <a:pt x="670" y="2753"/>
                    <a:pt x="949" y="3004"/>
                  </a:cubicBezTo>
                  <a:cubicBezTo>
                    <a:pt x="1144" y="3146"/>
                    <a:pt x="1385" y="3232"/>
                    <a:pt x="1620" y="3232"/>
                  </a:cubicBezTo>
                  <a:cubicBezTo>
                    <a:pt x="1754" y="3232"/>
                    <a:pt x="1887" y="3204"/>
                    <a:pt x="2008" y="3144"/>
                  </a:cubicBezTo>
                  <a:cubicBezTo>
                    <a:pt x="2426" y="2893"/>
                    <a:pt x="2537" y="2335"/>
                    <a:pt x="2510" y="1861"/>
                  </a:cubicBezTo>
                  <a:cubicBezTo>
                    <a:pt x="2426" y="1081"/>
                    <a:pt x="2119" y="412"/>
                    <a:pt x="1367" y="105"/>
                  </a:cubicBezTo>
                  <a:cubicBezTo>
                    <a:pt x="1189" y="36"/>
                    <a:pt x="1025" y="1"/>
                    <a:pt x="876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571;p30"/>
            <p:cNvSpPr/>
            <p:nvPr/>
          </p:nvSpPr>
          <p:spPr>
            <a:xfrm>
              <a:off x="5090400" y="4391280"/>
              <a:ext cx="57240" cy="6948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69480"/>
                <a:gd name="textAreaBottom" fmla="*/ 69840 h 69480"/>
              </a:gdLst>
              <a:ahLst/>
              <a:cxnLst/>
              <a:rect l="textAreaLeft" t="textAreaTop" r="textAreaRight" b="textAreaBottom"/>
              <a:pathLst>
                <a:path w="2314" h="2803">
                  <a:moveTo>
                    <a:pt x="1439" y="1"/>
                  </a:moveTo>
                  <a:cubicBezTo>
                    <a:pt x="1266" y="1"/>
                    <a:pt x="1092" y="57"/>
                    <a:pt x="948" y="158"/>
                  </a:cubicBezTo>
                  <a:cubicBezTo>
                    <a:pt x="641" y="353"/>
                    <a:pt x="390" y="660"/>
                    <a:pt x="251" y="994"/>
                  </a:cubicBezTo>
                  <a:cubicBezTo>
                    <a:pt x="84" y="1357"/>
                    <a:pt x="0" y="1775"/>
                    <a:pt x="112" y="2193"/>
                  </a:cubicBezTo>
                  <a:cubicBezTo>
                    <a:pt x="140" y="2388"/>
                    <a:pt x="223" y="2583"/>
                    <a:pt x="390" y="2695"/>
                  </a:cubicBezTo>
                  <a:cubicBezTo>
                    <a:pt x="493" y="2768"/>
                    <a:pt x="612" y="2803"/>
                    <a:pt x="738" y="2803"/>
                  </a:cubicBezTo>
                  <a:cubicBezTo>
                    <a:pt x="850" y="2803"/>
                    <a:pt x="969" y="2775"/>
                    <a:pt x="1087" y="2722"/>
                  </a:cubicBezTo>
                  <a:cubicBezTo>
                    <a:pt x="1478" y="2611"/>
                    <a:pt x="1784" y="2388"/>
                    <a:pt x="1979" y="2053"/>
                  </a:cubicBezTo>
                  <a:cubicBezTo>
                    <a:pt x="2202" y="1747"/>
                    <a:pt x="2314" y="1357"/>
                    <a:pt x="2314" y="994"/>
                  </a:cubicBezTo>
                  <a:cubicBezTo>
                    <a:pt x="2314" y="660"/>
                    <a:pt x="2174" y="353"/>
                    <a:pt x="1896" y="158"/>
                  </a:cubicBezTo>
                  <a:cubicBezTo>
                    <a:pt x="1761" y="50"/>
                    <a:pt x="1600" y="1"/>
                    <a:pt x="1439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920" bIns="34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572;p30"/>
            <p:cNvSpPr/>
            <p:nvPr/>
          </p:nvSpPr>
          <p:spPr>
            <a:xfrm>
              <a:off x="5094360" y="4470120"/>
              <a:ext cx="28800" cy="302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172" h="1225">
                  <a:moveTo>
                    <a:pt x="471" y="1"/>
                  </a:moveTo>
                  <a:cubicBezTo>
                    <a:pt x="296" y="1"/>
                    <a:pt x="131" y="76"/>
                    <a:pt x="56" y="256"/>
                  </a:cubicBezTo>
                  <a:cubicBezTo>
                    <a:pt x="0" y="368"/>
                    <a:pt x="0" y="507"/>
                    <a:pt x="0" y="619"/>
                  </a:cubicBezTo>
                  <a:cubicBezTo>
                    <a:pt x="0" y="758"/>
                    <a:pt x="56" y="925"/>
                    <a:pt x="140" y="1037"/>
                  </a:cubicBezTo>
                  <a:cubicBezTo>
                    <a:pt x="244" y="1162"/>
                    <a:pt x="412" y="1225"/>
                    <a:pt x="571" y="1225"/>
                  </a:cubicBezTo>
                  <a:cubicBezTo>
                    <a:pt x="624" y="1225"/>
                    <a:pt x="676" y="1218"/>
                    <a:pt x="725" y="1204"/>
                  </a:cubicBezTo>
                  <a:cubicBezTo>
                    <a:pt x="948" y="1120"/>
                    <a:pt x="1088" y="925"/>
                    <a:pt x="1115" y="702"/>
                  </a:cubicBezTo>
                  <a:cubicBezTo>
                    <a:pt x="1171" y="507"/>
                    <a:pt x="1060" y="256"/>
                    <a:pt x="892" y="145"/>
                  </a:cubicBezTo>
                  <a:cubicBezTo>
                    <a:pt x="777" y="55"/>
                    <a:pt x="620" y="1"/>
                    <a:pt x="47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573;p30"/>
            <p:cNvSpPr/>
            <p:nvPr/>
          </p:nvSpPr>
          <p:spPr>
            <a:xfrm>
              <a:off x="5068800" y="4114080"/>
              <a:ext cx="93960" cy="5112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3795" h="2066">
                  <a:moveTo>
                    <a:pt x="2319" y="0"/>
                  </a:moveTo>
                  <a:cubicBezTo>
                    <a:pt x="1978" y="0"/>
                    <a:pt x="1645" y="51"/>
                    <a:pt x="1422" y="114"/>
                  </a:cubicBezTo>
                  <a:cubicBezTo>
                    <a:pt x="1115" y="198"/>
                    <a:pt x="836" y="337"/>
                    <a:pt x="558" y="504"/>
                  </a:cubicBezTo>
                  <a:cubicBezTo>
                    <a:pt x="390" y="616"/>
                    <a:pt x="251" y="755"/>
                    <a:pt x="139" y="922"/>
                  </a:cubicBezTo>
                  <a:cubicBezTo>
                    <a:pt x="28" y="1117"/>
                    <a:pt x="0" y="1313"/>
                    <a:pt x="112" y="1480"/>
                  </a:cubicBezTo>
                  <a:cubicBezTo>
                    <a:pt x="195" y="1703"/>
                    <a:pt x="446" y="1842"/>
                    <a:pt x="697" y="1898"/>
                  </a:cubicBezTo>
                  <a:cubicBezTo>
                    <a:pt x="1087" y="2009"/>
                    <a:pt x="1450" y="2065"/>
                    <a:pt x="1840" y="2065"/>
                  </a:cubicBezTo>
                  <a:cubicBezTo>
                    <a:pt x="2230" y="2065"/>
                    <a:pt x="2565" y="2037"/>
                    <a:pt x="2927" y="1870"/>
                  </a:cubicBezTo>
                  <a:cubicBezTo>
                    <a:pt x="3234" y="1703"/>
                    <a:pt x="3540" y="1424"/>
                    <a:pt x="3624" y="1062"/>
                  </a:cubicBezTo>
                  <a:cubicBezTo>
                    <a:pt x="3794" y="229"/>
                    <a:pt x="3039" y="0"/>
                    <a:pt x="2319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574;p30"/>
            <p:cNvSpPr/>
            <p:nvPr/>
          </p:nvSpPr>
          <p:spPr>
            <a:xfrm>
              <a:off x="5625360" y="4188240"/>
              <a:ext cx="24120" cy="828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fill="none" w="976" h="3346">
                  <a:moveTo>
                    <a:pt x="641" y="0"/>
                  </a:moveTo>
                  <a:cubicBezTo>
                    <a:pt x="920" y="558"/>
                    <a:pt x="976" y="1199"/>
                    <a:pt x="892" y="1784"/>
                  </a:cubicBezTo>
                  <a:cubicBezTo>
                    <a:pt x="781" y="2369"/>
                    <a:pt x="474" y="2927"/>
                    <a:pt x="0" y="3345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575;p30"/>
            <p:cNvSpPr/>
            <p:nvPr/>
          </p:nvSpPr>
          <p:spPr>
            <a:xfrm>
              <a:off x="5600520" y="4285440"/>
              <a:ext cx="5040" cy="252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fill="none" w="224" h="113">
                  <a:moveTo>
                    <a:pt x="224" y="1"/>
                  </a:moveTo>
                  <a:lnTo>
                    <a:pt x="1" y="112"/>
                  </a:ln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576;p30"/>
            <p:cNvSpPr/>
            <p:nvPr/>
          </p:nvSpPr>
          <p:spPr>
            <a:xfrm>
              <a:off x="5110920" y="4197240"/>
              <a:ext cx="83520" cy="421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fill="none" w="3374" h="1701">
                  <a:moveTo>
                    <a:pt x="3373" y="0"/>
                  </a:moveTo>
                  <a:cubicBezTo>
                    <a:pt x="2676" y="1088"/>
                    <a:pt x="1283" y="1701"/>
                    <a:pt x="0" y="1422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577;p30"/>
            <p:cNvSpPr/>
            <p:nvPr/>
          </p:nvSpPr>
          <p:spPr>
            <a:xfrm>
              <a:off x="5274720" y="4038480"/>
              <a:ext cx="53640" cy="302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fill="none" w="2175" h="1227">
                  <a:moveTo>
                    <a:pt x="0" y="0"/>
                  </a:moveTo>
                  <a:cubicBezTo>
                    <a:pt x="84" y="446"/>
                    <a:pt x="418" y="864"/>
                    <a:pt x="836" y="1031"/>
                  </a:cubicBezTo>
                  <a:cubicBezTo>
                    <a:pt x="1310" y="1227"/>
                    <a:pt x="1812" y="1115"/>
                    <a:pt x="2174" y="808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578;p30"/>
            <p:cNvSpPr/>
            <p:nvPr/>
          </p:nvSpPr>
          <p:spPr>
            <a:xfrm>
              <a:off x="5390640" y="4416840"/>
              <a:ext cx="60840" cy="4536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fill="none" w="2454" h="1840">
                  <a:moveTo>
                    <a:pt x="0" y="1673"/>
                  </a:moveTo>
                  <a:cubicBezTo>
                    <a:pt x="558" y="1840"/>
                    <a:pt x="1171" y="1784"/>
                    <a:pt x="1617" y="1422"/>
                  </a:cubicBezTo>
                  <a:cubicBezTo>
                    <a:pt x="2119" y="1115"/>
                    <a:pt x="2425" y="558"/>
                    <a:pt x="2453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579;p30"/>
            <p:cNvSpPr/>
            <p:nvPr/>
          </p:nvSpPr>
          <p:spPr>
            <a:xfrm>
              <a:off x="5167440" y="4445280"/>
              <a:ext cx="82080" cy="691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fill="none" w="3318" h="2789">
                  <a:moveTo>
                    <a:pt x="0" y="2621"/>
                  </a:moveTo>
                  <a:cubicBezTo>
                    <a:pt x="558" y="2788"/>
                    <a:pt x="1171" y="2788"/>
                    <a:pt x="1729" y="2621"/>
                  </a:cubicBezTo>
                  <a:cubicBezTo>
                    <a:pt x="2230" y="2454"/>
                    <a:pt x="2732" y="2092"/>
                    <a:pt x="3011" y="1618"/>
                  </a:cubicBezTo>
                  <a:cubicBezTo>
                    <a:pt x="3290" y="1116"/>
                    <a:pt x="3318" y="503"/>
                    <a:pt x="3039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580;p30"/>
            <p:cNvSpPr/>
            <p:nvPr/>
          </p:nvSpPr>
          <p:spPr>
            <a:xfrm>
              <a:off x="7700040" y="3108240"/>
              <a:ext cx="425160" cy="1181160"/>
            </a:xfrm>
            <a:custGeom>
              <a:avLst/>
              <a:gdLst>
                <a:gd name="textAreaLeft" fmla="*/ 0 w 425160"/>
                <a:gd name="textAreaRight" fmla="*/ 425520 w 425160"/>
                <a:gd name="textAreaTop" fmla="*/ 0 h 1181160"/>
                <a:gd name="textAreaBottom" fmla="*/ 1181520 h 1181160"/>
              </a:gdLst>
              <a:ahLst/>
              <a:cxnLst/>
              <a:rect l="textAreaLeft" t="textAreaTop" r="textAreaRight" b="textAreaBottom"/>
              <a:pathLst>
                <a:path w="17088" h="47444">
                  <a:moveTo>
                    <a:pt x="5380" y="0"/>
                  </a:moveTo>
                  <a:lnTo>
                    <a:pt x="5380" y="9450"/>
                  </a:lnTo>
                  <a:cubicBezTo>
                    <a:pt x="5380" y="9450"/>
                    <a:pt x="558" y="10286"/>
                    <a:pt x="558" y="15359"/>
                  </a:cubicBezTo>
                  <a:cubicBezTo>
                    <a:pt x="0" y="26091"/>
                    <a:pt x="28" y="36210"/>
                    <a:pt x="558" y="45716"/>
                  </a:cubicBezTo>
                  <a:cubicBezTo>
                    <a:pt x="558" y="46663"/>
                    <a:pt x="1338" y="47444"/>
                    <a:pt x="2314" y="47444"/>
                  </a:cubicBezTo>
                  <a:lnTo>
                    <a:pt x="14774" y="47444"/>
                  </a:lnTo>
                  <a:cubicBezTo>
                    <a:pt x="15722" y="47444"/>
                    <a:pt x="16531" y="46691"/>
                    <a:pt x="16531" y="45716"/>
                  </a:cubicBezTo>
                  <a:cubicBezTo>
                    <a:pt x="17088" y="35820"/>
                    <a:pt x="17032" y="25673"/>
                    <a:pt x="16531" y="15359"/>
                  </a:cubicBezTo>
                  <a:cubicBezTo>
                    <a:pt x="16475" y="10286"/>
                    <a:pt x="11652" y="9450"/>
                    <a:pt x="11652" y="9450"/>
                  </a:cubicBezTo>
                  <a:lnTo>
                    <a:pt x="1165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581;p30"/>
            <p:cNvSpPr/>
            <p:nvPr/>
          </p:nvSpPr>
          <p:spPr>
            <a:xfrm>
              <a:off x="7817400" y="3070800"/>
              <a:ext cx="191160" cy="110880"/>
            </a:xfrm>
            <a:custGeom>
              <a:avLst/>
              <a:gdLst>
                <a:gd name="textAreaLeft" fmla="*/ 0 w 191160"/>
                <a:gd name="textAreaRight" fmla="*/ 191520 w 19116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7694" h="4462">
                  <a:moveTo>
                    <a:pt x="6682" y="1"/>
                  </a:moveTo>
                  <a:cubicBezTo>
                    <a:pt x="6666" y="1"/>
                    <a:pt x="6650" y="1"/>
                    <a:pt x="6635" y="2"/>
                  </a:cubicBezTo>
                  <a:lnTo>
                    <a:pt x="920" y="169"/>
                  </a:lnTo>
                  <a:cubicBezTo>
                    <a:pt x="391" y="225"/>
                    <a:pt x="0" y="643"/>
                    <a:pt x="0" y="1145"/>
                  </a:cubicBezTo>
                  <a:lnTo>
                    <a:pt x="0" y="3486"/>
                  </a:lnTo>
                  <a:cubicBezTo>
                    <a:pt x="0" y="4016"/>
                    <a:pt x="418" y="4462"/>
                    <a:pt x="976" y="4462"/>
                  </a:cubicBezTo>
                  <a:lnTo>
                    <a:pt x="6579" y="4462"/>
                  </a:lnTo>
                  <a:cubicBezTo>
                    <a:pt x="7109" y="4462"/>
                    <a:pt x="7527" y="4044"/>
                    <a:pt x="7555" y="3514"/>
                  </a:cubicBezTo>
                  <a:lnTo>
                    <a:pt x="7666" y="1005"/>
                  </a:lnTo>
                  <a:cubicBezTo>
                    <a:pt x="7693" y="464"/>
                    <a:pt x="7220" y="1"/>
                    <a:pt x="668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582;p30"/>
            <p:cNvSpPr/>
            <p:nvPr/>
          </p:nvSpPr>
          <p:spPr>
            <a:xfrm>
              <a:off x="7838280" y="3097080"/>
              <a:ext cx="2520" cy="601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fill="none" w="113" h="2426">
                  <a:moveTo>
                    <a:pt x="112" y="0"/>
                  </a:moveTo>
                  <a:cubicBezTo>
                    <a:pt x="56" y="781"/>
                    <a:pt x="29" y="1617"/>
                    <a:pt x="1" y="2425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583;p30"/>
            <p:cNvSpPr/>
            <p:nvPr/>
          </p:nvSpPr>
          <p:spPr>
            <a:xfrm>
              <a:off x="7870680" y="3097080"/>
              <a:ext cx="360" cy="601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fill="none" w="1" h="2426">
                  <a:moveTo>
                    <a:pt x="1" y="0"/>
                  </a:moveTo>
                  <a:lnTo>
                    <a:pt x="1" y="2425"/>
                  </a:ln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584;p30"/>
            <p:cNvSpPr/>
            <p:nvPr/>
          </p:nvSpPr>
          <p:spPr>
            <a:xfrm>
              <a:off x="7904160" y="3096000"/>
              <a:ext cx="360" cy="64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fill="none" w="1" h="2593">
                  <a:moveTo>
                    <a:pt x="1" y="0"/>
                  </a:moveTo>
                  <a:lnTo>
                    <a:pt x="1" y="2593"/>
                  </a:ln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585;p30"/>
            <p:cNvSpPr/>
            <p:nvPr/>
          </p:nvSpPr>
          <p:spPr>
            <a:xfrm>
              <a:off x="7934760" y="3094560"/>
              <a:ext cx="1800" cy="669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fill="none" w="84" h="2705">
                  <a:moveTo>
                    <a:pt x="84" y="1"/>
                  </a:moveTo>
                  <a:lnTo>
                    <a:pt x="0" y="2705"/>
                  </a:ln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586;p30"/>
            <p:cNvSpPr/>
            <p:nvPr/>
          </p:nvSpPr>
          <p:spPr>
            <a:xfrm>
              <a:off x="7970760" y="3090960"/>
              <a:ext cx="360" cy="684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fill="none" w="29" h="2760">
                  <a:moveTo>
                    <a:pt x="29" y="0"/>
                  </a:moveTo>
                  <a:cubicBezTo>
                    <a:pt x="29" y="892"/>
                    <a:pt x="1" y="1840"/>
                    <a:pt x="1" y="276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587;p30"/>
            <p:cNvSpPr/>
            <p:nvPr/>
          </p:nvSpPr>
          <p:spPr>
            <a:xfrm>
              <a:off x="7737480" y="3576240"/>
              <a:ext cx="352800" cy="396000"/>
            </a:xfrm>
            <a:custGeom>
              <a:avLst/>
              <a:gdLst>
                <a:gd name="textAreaLeft" fmla="*/ 0 w 352800"/>
                <a:gd name="textAreaRight" fmla="*/ 353160 w 3528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4190" h="15915">
                  <a:moveTo>
                    <a:pt x="7047" y="0"/>
                  </a:moveTo>
                  <a:cubicBezTo>
                    <a:pt x="4240" y="0"/>
                    <a:pt x="2026" y="136"/>
                    <a:pt x="976" y="221"/>
                  </a:cubicBezTo>
                  <a:cubicBezTo>
                    <a:pt x="586" y="277"/>
                    <a:pt x="307" y="583"/>
                    <a:pt x="252" y="918"/>
                  </a:cubicBezTo>
                  <a:cubicBezTo>
                    <a:pt x="1" y="5183"/>
                    <a:pt x="196" y="12598"/>
                    <a:pt x="279" y="14772"/>
                  </a:cubicBezTo>
                  <a:cubicBezTo>
                    <a:pt x="307" y="15106"/>
                    <a:pt x="558" y="15413"/>
                    <a:pt x="893" y="15497"/>
                  </a:cubicBezTo>
                  <a:cubicBezTo>
                    <a:pt x="2550" y="15808"/>
                    <a:pt x="4400" y="15914"/>
                    <a:pt x="6168" y="15914"/>
                  </a:cubicBezTo>
                  <a:cubicBezTo>
                    <a:pt x="9157" y="15914"/>
                    <a:pt x="11911" y="15609"/>
                    <a:pt x="13102" y="15469"/>
                  </a:cubicBezTo>
                  <a:cubicBezTo>
                    <a:pt x="13437" y="15413"/>
                    <a:pt x="13715" y="15106"/>
                    <a:pt x="13771" y="14772"/>
                  </a:cubicBezTo>
                  <a:cubicBezTo>
                    <a:pt x="14189" y="8277"/>
                    <a:pt x="13910" y="2786"/>
                    <a:pt x="13771" y="918"/>
                  </a:cubicBezTo>
                  <a:cubicBezTo>
                    <a:pt x="13715" y="556"/>
                    <a:pt x="13437" y="277"/>
                    <a:pt x="13074" y="221"/>
                  </a:cubicBezTo>
                  <a:cubicBezTo>
                    <a:pt x="10920" y="57"/>
                    <a:pt x="8859" y="0"/>
                    <a:pt x="704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588;p30"/>
            <p:cNvSpPr/>
            <p:nvPr/>
          </p:nvSpPr>
          <p:spPr>
            <a:xfrm>
              <a:off x="7815240" y="3667680"/>
              <a:ext cx="119880" cy="20016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200160"/>
                <a:gd name="textAreaBottom" fmla="*/ 200520 h 200160"/>
              </a:gdLst>
              <a:ahLst/>
              <a:cxnLst/>
              <a:rect l="textAreaLeft" t="textAreaTop" r="textAreaRight" b="textAreaBottom"/>
              <a:pathLst>
                <a:path w="4824" h="8057">
                  <a:moveTo>
                    <a:pt x="1199" y="1"/>
                  </a:moveTo>
                  <a:cubicBezTo>
                    <a:pt x="363" y="753"/>
                    <a:pt x="1" y="1952"/>
                    <a:pt x="140" y="3067"/>
                  </a:cubicBezTo>
                  <a:cubicBezTo>
                    <a:pt x="252" y="4182"/>
                    <a:pt x="809" y="5241"/>
                    <a:pt x="1506" y="6077"/>
                  </a:cubicBezTo>
                  <a:cubicBezTo>
                    <a:pt x="2008" y="6663"/>
                    <a:pt x="2510" y="7137"/>
                    <a:pt x="3123" y="7638"/>
                  </a:cubicBezTo>
                  <a:cubicBezTo>
                    <a:pt x="3179" y="7694"/>
                    <a:pt x="3290" y="7778"/>
                    <a:pt x="3346" y="7834"/>
                  </a:cubicBezTo>
                  <a:cubicBezTo>
                    <a:pt x="3346" y="7722"/>
                    <a:pt x="3318" y="7638"/>
                    <a:pt x="3318" y="7527"/>
                  </a:cubicBezTo>
                  <a:cubicBezTo>
                    <a:pt x="3290" y="7192"/>
                    <a:pt x="3262" y="6802"/>
                    <a:pt x="3179" y="6440"/>
                  </a:cubicBezTo>
                  <a:cubicBezTo>
                    <a:pt x="3011" y="5743"/>
                    <a:pt x="2593" y="5102"/>
                    <a:pt x="2287" y="4461"/>
                  </a:cubicBezTo>
                  <a:cubicBezTo>
                    <a:pt x="1924" y="3792"/>
                    <a:pt x="1618" y="3095"/>
                    <a:pt x="1645" y="2370"/>
                  </a:cubicBezTo>
                  <a:lnTo>
                    <a:pt x="1645" y="2370"/>
                  </a:lnTo>
                  <a:cubicBezTo>
                    <a:pt x="2091" y="3652"/>
                    <a:pt x="3151" y="4684"/>
                    <a:pt x="3736" y="5938"/>
                  </a:cubicBezTo>
                  <a:cubicBezTo>
                    <a:pt x="4043" y="6579"/>
                    <a:pt x="4182" y="7332"/>
                    <a:pt x="4182" y="8057"/>
                  </a:cubicBezTo>
                  <a:cubicBezTo>
                    <a:pt x="4294" y="7945"/>
                    <a:pt x="4377" y="7806"/>
                    <a:pt x="4433" y="7555"/>
                  </a:cubicBezTo>
                  <a:cubicBezTo>
                    <a:pt x="4823" y="6273"/>
                    <a:pt x="4684" y="4851"/>
                    <a:pt x="4154" y="3652"/>
                  </a:cubicBezTo>
                  <a:cubicBezTo>
                    <a:pt x="3541" y="2203"/>
                    <a:pt x="2426" y="976"/>
                    <a:pt x="11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589;p30"/>
            <p:cNvSpPr/>
            <p:nvPr/>
          </p:nvSpPr>
          <p:spPr>
            <a:xfrm>
              <a:off x="7939440" y="3652560"/>
              <a:ext cx="82800" cy="12528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3346" h="5050">
                  <a:moveTo>
                    <a:pt x="2995" y="1"/>
                  </a:moveTo>
                  <a:cubicBezTo>
                    <a:pt x="2350" y="1"/>
                    <a:pt x="1699" y="309"/>
                    <a:pt x="1227" y="757"/>
                  </a:cubicBezTo>
                  <a:cubicBezTo>
                    <a:pt x="669" y="1315"/>
                    <a:pt x="363" y="2039"/>
                    <a:pt x="168" y="2820"/>
                  </a:cubicBezTo>
                  <a:cubicBezTo>
                    <a:pt x="84" y="3294"/>
                    <a:pt x="28" y="3823"/>
                    <a:pt x="0" y="4353"/>
                  </a:cubicBezTo>
                  <a:lnTo>
                    <a:pt x="0" y="4548"/>
                  </a:lnTo>
                  <a:lnTo>
                    <a:pt x="168" y="4381"/>
                  </a:lnTo>
                  <a:cubicBezTo>
                    <a:pt x="363" y="4214"/>
                    <a:pt x="530" y="4046"/>
                    <a:pt x="697" y="3823"/>
                  </a:cubicBezTo>
                  <a:cubicBezTo>
                    <a:pt x="1004" y="3405"/>
                    <a:pt x="1199" y="2931"/>
                    <a:pt x="1394" y="2457"/>
                  </a:cubicBezTo>
                  <a:cubicBezTo>
                    <a:pt x="1617" y="2011"/>
                    <a:pt x="1840" y="1538"/>
                    <a:pt x="2258" y="1259"/>
                  </a:cubicBezTo>
                  <a:lnTo>
                    <a:pt x="2258" y="1259"/>
                  </a:lnTo>
                  <a:cubicBezTo>
                    <a:pt x="1757" y="2039"/>
                    <a:pt x="1673" y="3071"/>
                    <a:pt x="1255" y="3907"/>
                  </a:cubicBezTo>
                  <a:cubicBezTo>
                    <a:pt x="1060" y="4353"/>
                    <a:pt x="697" y="4743"/>
                    <a:pt x="307" y="5050"/>
                  </a:cubicBezTo>
                  <a:cubicBezTo>
                    <a:pt x="419" y="5050"/>
                    <a:pt x="530" y="5050"/>
                    <a:pt x="697" y="4966"/>
                  </a:cubicBezTo>
                  <a:cubicBezTo>
                    <a:pt x="1534" y="4660"/>
                    <a:pt x="2230" y="3991"/>
                    <a:pt x="2649" y="3210"/>
                  </a:cubicBezTo>
                  <a:cubicBezTo>
                    <a:pt x="3178" y="2234"/>
                    <a:pt x="3345" y="1119"/>
                    <a:pt x="3345" y="32"/>
                  </a:cubicBezTo>
                  <a:cubicBezTo>
                    <a:pt x="3230" y="11"/>
                    <a:pt x="3112" y="1"/>
                    <a:pt x="29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640" bIns="62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590;p30"/>
            <p:cNvSpPr/>
            <p:nvPr/>
          </p:nvSpPr>
          <p:spPr>
            <a:xfrm>
              <a:off x="8015760" y="3399840"/>
              <a:ext cx="66960" cy="14688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146880"/>
                <a:gd name="textAreaBottom" fmla="*/ 147240 h 146880"/>
              </a:gdLst>
              <a:ahLst/>
              <a:cxnLst/>
              <a:rect l="textAreaLeft" t="textAreaTop" r="textAreaRight" b="textAreaBottom"/>
              <a:pathLst>
                <a:path fill="none" w="2705" h="5911">
                  <a:moveTo>
                    <a:pt x="1" y="1"/>
                  </a:moveTo>
                  <a:cubicBezTo>
                    <a:pt x="1757" y="1395"/>
                    <a:pt x="2705" y="3680"/>
                    <a:pt x="2482" y="591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3440" bIns="73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591;p30"/>
            <p:cNvSpPr/>
            <p:nvPr/>
          </p:nvSpPr>
          <p:spPr>
            <a:xfrm>
              <a:off x="8077680" y="3989880"/>
              <a:ext cx="360" cy="1677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fill="none" w="29" h="6747">
                  <a:moveTo>
                    <a:pt x="28" y="1"/>
                  </a:moveTo>
                  <a:cubicBezTo>
                    <a:pt x="28" y="2259"/>
                    <a:pt x="28" y="4489"/>
                    <a:pt x="1" y="6747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592;p30"/>
            <p:cNvSpPr/>
            <p:nvPr/>
          </p:nvSpPr>
          <p:spPr>
            <a:xfrm>
              <a:off x="8075520" y="4188240"/>
              <a:ext cx="360" cy="244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fill="none" w="1" h="1004">
                  <a:moveTo>
                    <a:pt x="1" y="0"/>
                  </a:moveTo>
                  <a:lnTo>
                    <a:pt x="1" y="1004"/>
                  </a:ln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593;p30"/>
            <p:cNvSpPr/>
            <p:nvPr/>
          </p:nvSpPr>
          <p:spPr>
            <a:xfrm>
              <a:off x="7869960" y="3927240"/>
              <a:ext cx="149040" cy="1152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fill="none" w="5995" h="475">
                  <a:moveTo>
                    <a:pt x="1" y="280"/>
                  </a:moveTo>
                  <a:cubicBezTo>
                    <a:pt x="1980" y="475"/>
                    <a:pt x="4015" y="391"/>
                    <a:pt x="5994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594;p30"/>
            <p:cNvSpPr/>
            <p:nvPr/>
          </p:nvSpPr>
          <p:spPr>
            <a:xfrm>
              <a:off x="7752240" y="3394800"/>
              <a:ext cx="121680" cy="29340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293400"/>
                <a:gd name="textAreaBottom" fmla="*/ 293760 h 293400"/>
              </a:gdLst>
              <a:ahLst/>
              <a:cxnLst/>
              <a:rect l="textAreaLeft" t="textAreaTop" r="textAreaRight" b="textAreaBottom"/>
              <a:pathLst>
                <a:path w="4907" h="11797">
                  <a:moveTo>
                    <a:pt x="4077" y="0"/>
                  </a:moveTo>
                  <a:cubicBezTo>
                    <a:pt x="3799" y="0"/>
                    <a:pt x="3524" y="184"/>
                    <a:pt x="3289" y="340"/>
                  </a:cubicBezTo>
                  <a:cubicBezTo>
                    <a:pt x="2397" y="814"/>
                    <a:pt x="1700" y="1706"/>
                    <a:pt x="1227" y="2626"/>
                  </a:cubicBezTo>
                  <a:cubicBezTo>
                    <a:pt x="558" y="3936"/>
                    <a:pt x="279" y="5386"/>
                    <a:pt x="139" y="6807"/>
                  </a:cubicBezTo>
                  <a:cubicBezTo>
                    <a:pt x="28" y="7894"/>
                    <a:pt x="0" y="8981"/>
                    <a:pt x="28" y="10097"/>
                  </a:cubicBezTo>
                  <a:cubicBezTo>
                    <a:pt x="28" y="10431"/>
                    <a:pt x="84" y="10821"/>
                    <a:pt x="223" y="11184"/>
                  </a:cubicBezTo>
                  <a:cubicBezTo>
                    <a:pt x="362" y="11490"/>
                    <a:pt x="669" y="11797"/>
                    <a:pt x="1059" y="11797"/>
                  </a:cubicBezTo>
                  <a:cubicBezTo>
                    <a:pt x="1394" y="11797"/>
                    <a:pt x="1673" y="11602"/>
                    <a:pt x="1840" y="11323"/>
                  </a:cubicBezTo>
                  <a:cubicBezTo>
                    <a:pt x="2035" y="11044"/>
                    <a:pt x="2091" y="10682"/>
                    <a:pt x="2119" y="10375"/>
                  </a:cubicBezTo>
                  <a:cubicBezTo>
                    <a:pt x="2230" y="9400"/>
                    <a:pt x="2119" y="8452"/>
                    <a:pt x="2119" y="7476"/>
                  </a:cubicBezTo>
                  <a:cubicBezTo>
                    <a:pt x="2119" y="6501"/>
                    <a:pt x="2230" y="5525"/>
                    <a:pt x="2732" y="4689"/>
                  </a:cubicBezTo>
                  <a:cubicBezTo>
                    <a:pt x="3038" y="4131"/>
                    <a:pt x="3512" y="3685"/>
                    <a:pt x="3931" y="3183"/>
                  </a:cubicBezTo>
                  <a:cubicBezTo>
                    <a:pt x="4349" y="2710"/>
                    <a:pt x="4767" y="2152"/>
                    <a:pt x="4850" y="1511"/>
                  </a:cubicBezTo>
                  <a:cubicBezTo>
                    <a:pt x="4906" y="1065"/>
                    <a:pt x="4823" y="396"/>
                    <a:pt x="4432" y="117"/>
                  </a:cubicBezTo>
                  <a:cubicBezTo>
                    <a:pt x="4315" y="34"/>
                    <a:pt x="4196" y="0"/>
                    <a:pt x="4077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595;p30"/>
            <p:cNvSpPr/>
            <p:nvPr/>
          </p:nvSpPr>
          <p:spPr>
            <a:xfrm>
              <a:off x="7750800" y="3904200"/>
              <a:ext cx="70560" cy="24300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43000"/>
                <a:gd name="textAreaBottom" fmla="*/ 243360 h 243000"/>
              </a:gdLst>
              <a:ahLst/>
              <a:cxnLst/>
              <a:rect l="textAreaLeft" t="textAreaTop" r="textAreaRight" b="textAreaBottom"/>
              <a:pathLst>
                <a:path w="2844" h="9768">
                  <a:moveTo>
                    <a:pt x="1247" y="1"/>
                  </a:moveTo>
                  <a:cubicBezTo>
                    <a:pt x="1017" y="1"/>
                    <a:pt x="787" y="104"/>
                    <a:pt x="614" y="340"/>
                  </a:cubicBezTo>
                  <a:cubicBezTo>
                    <a:pt x="168" y="897"/>
                    <a:pt x="195" y="2068"/>
                    <a:pt x="168" y="2737"/>
                  </a:cubicBezTo>
                  <a:cubicBezTo>
                    <a:pt x="0" y="4660"/>
                    <a:pt x="28" y="6556"/>
                    <a:pt x="586" y="8423"/>
                  </a:cubicBezTo>
                  <a:lnTo>
                    <a:pt x="586" y="8479"/>
                  </a:lnTo>
                  <a:cubicBezTo>
                    <a:pt x="745" y="8984"/>
                    <a:pt x="1158" y="9767"/>
                    <a:pt x="1775" y="9767"/>
                  </a:cubicBezTo>
                  <a:cubicBezTo>
                    <a:pt x="1806" y="9767"/>
                    <a:pt x="1837" y="9765"/>
                    <a:pt x="1868" y="9761"/>
                  </a:cubicBezTo>
                  <a:cubicBezTo>
                    <a:pt x="2230" y="9734"/>
                    <a:pt x="2509" y="9427"/>
                    <a:pt x="2593" y="9120"/>
                  </a:cubicBezTo>
                  <a:cubicBezTo>
                    <a:pt x="2816" y="8591"/>
                    <a:pt x="2732" y="7894"/>
                    <a:pt x="2788" y="7336"/>
                  </a:cubicBezTo>
                  <a:cubicBezTo>
                    <a:pt x="2816" y="6667"/>
                    <a:pt x="2844" y="5998"/>
                    <a:pt x="2844" y="5357"/>
                  </a:cubicBezTo>
                  <a:cubicBezTo>
                    <a:pt x="2844" y="3991"/>
                    <a:pt x="2704" y="2653"/>
                    <a:pt x="2398" y="1371"/>
                  </a:cubicBezTo>
                  <a:cubicBezTo>
                    <a:pt x="2314" y="1064"/>
                    <a:pt x="2230" y="702"/>
                    <a:pt x="2007" y="423"/>
                  </a:cubicBezTo>
                  <a:cubicBezTo>
                    <a:pt x="1822" y="160"/>
                    <a:pt x="1533" y="1"/>
                    <a:pt x="124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596;p30"/>
            <p:cNvSpPr/>
            <p:nvPr/>
          </p:nvSpPr>
          <p:spPr>
            <a:xfrm>
              <a:off x="6474960" y="3108960"/>
              <a:ext cx="1155240" cy="249480"/>
            </a:xfrm>
            <a:custGeom>
              <a:avLst/>
              <a:gdLst>
                <a:gd name="textAreaLeft" fmla="*/ 0 w 1155240"/>
                <a:gd name="textAreaRight" fmla="*/ 1155600 w 115524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46413" h="10036">
                  <a:moveTo>
                    <a:pt x="46413" y="0"/>
                  </a:moveTo>
                  <a:cubicBezTo>
                    <a:pt x="33119" y="397"/>
                    <a:pt x="20235" y="461"/>
                    <a:pt x="13305" y="461"/>
                  </a:cubicBezTo>
                  <a:cubicBezTo>
                    <a:pt x="10006" y="461"/>
                    <a:pt x="8056" y="446"/>
                    <a:pt x="8056" y="446"/>
                  </a:cubicBezTo>
                  <a:cubicBezTo>
                    <a:pt x="4851" y="1422"/>
                    <a:pt x="0" y="3150"/>
                    <a:pt x="0" y="3150"/>
                  </a:cubicBezTo>
                  <a:lnTo>
                    <a:pt x="3206" y="8307"/>
                  </a:lnTo>
                  <a:lnTo>
                    <a:pt x="41395" y="10035"/>
                  </a:lnTo>
                  <a:lnTo>
                    <a:pt x="46413" y="0"/>
                  </a:lnTo>
                  <a:close/>
                </a:path>
              </a:pathLst>
            </a:custGeom>
            <a:solidFill>
              <a:srgbClr val="c481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597;p30"/>
            <p:cNvSpPr/>
            <p:nvPr/>
          </p:nvSpPr>
          <p:spPr>
            <a:xfrm>
              <a:off x="6368040" y="2683440"/>
              <a:ext cx="582120" cy="656280"/>
            </a:xfrm>
            <a:custGeom>
              <a:avLst/>
              <a:gdLst>
                <a:gd name="textAreaLeft" fmla="*/ 0 w 582120"/>
                <a:gd name="textAreaRight" fmla="*/ 582480 w 582120"/>
                <a:gd name="textAreaTop" fmla="*/ 0 h 656280"/>
                <a:gd name="textAreaBottom" fmla="*/ 656640 h 656280"/>
              </a:gdLst>
              <a:ahLst/>
              <a:cxnLst/>
              <a:rect l="textAreaLeft" t="textAreaTop" r="textAreaRight" b="textAreaBottom"/>
              <a:pathLst>
                <a:path w="23389" h="26371">
                  <a:moveTo>
                    <a:pt x="14031" y="0"/>
                  </a:moveTo>
                  <a:cubicBezTo>
                    <a:pt x="13204" y="0"/>
                    <a:pt x="12378" y="165"/>
                    <a:pt x="11625" y="502"/>
                  </a:cubicBezTo>
                  <a:cubicBezTo>
                    <a:pt x="9729" y="1339"/>
                    <a:pt x="8363" y="3178"/>
                    <a:pt x="8140" y="5213"/>
                  </a:cubicBezTo>
                  <a:cubicBezTo>
                    <a:pt x="7711" y="4163"/>
                    <a:pt x="6607" y="3481"/>
                    <a:pt x="5494" y="3481"/>
                  </a:cubicBezTo>
                  <a:cubicBezTo>
                    <a:pt x="5307" y="3481"/>
                    <a:pt x="5119" y="3501"/>
                    <a:pt x="4935" y="3541"/>
                  </a:cubicBezTo>
                  <a:cubicBezTo>
                    <a:pt x="3624" y="3819"/>
                    <a:pt x="2705" y="5130"/>
                    <a:pt x="2760" y="6440"/>
                  </a:cubicBezTo>
                  <a:cubicBezTo>
                    <a:pt x="2570" y="6344"/>
                    <a:pt x="2366" y="6301"/>
                    <a:pt x="2161" y="6301"/>
                  </a:cubicBezTo>
                  <a:cubicBezTo>
                    <a:pt x="1464" y="6301"/>
                    <a:pt x="742" y="6797"/>
                    <a:pt x="419" y="7443"/>
                  </a:cubicBezTo>
                  <a:cubicBezTo>
                    <a:pt x="1" y="8279"/>
                    <a:pt x="56" y="9283"/>
                    <a:pt x="196" y="10203"/>
                  </a:cubicBezTo>
                  <a:cubicBezTo>
                    <a:pt x="1116" y="16781"/>
                    <a:pt x="5854" y="22691"/>
                    <a:pt x="12071" y="25060"/>
                  </a:cubicBezTo>
                  <a:cubicBezTo>
                    <a:pt x="12975" y="25400"/>
                    <a:pt x="14001" y="25660"/>
                    <a:pt x="14975" y="25660"/>
                  </a:cubicBezTo>
                  <a:cubicBezTo>
                    <a:pt x="15922" y="25660"/>
                    <a:pt x="16819" y="25414"/>
                    <a:pt x="17506" y="24754"/>
                  </a:cubicBezTo>
                  <a:lnTo>
                    <a:pt x="17506" y="24754"/>
                  </a:lnTo>
                  <a:lnTo>
                    <a:pt x="16252" y="26371"/>
                  </a:lnTo>
                  <a:cubicBezTo>
                    <a:pt x="19235" y="24503"/>
                    <a:pt x="21270" y="21381"/>
                    <a:pt x="22273" y="18036"/>
                  </a:cubicBezTo>
                  <a:cubicBezTo>
                    <a:pt x="23304" y="14719"/>
                    <a:pt x="23388" y="11179"/>
                    <a:pt x="23081" y="7638"/>
                  </a:cubicBezTo>
                  <a:cubicBezTo>
                    <a:pt x="22942" y="6022"/>
                    <a:pt x="22691" y="4265"/>
                    <a:pt x="21743" y="2872"/>
                  </a:cubicBezTo>
                  <a:cubicBezTo>
                    <a:pt x="20978" y="1746"/>
                    <a:pt x="19685" y="911"/>
                    <a:pt x="18393" y="911"/>
                  </a:cubicBezTo>
                  <a:cubicBezTo>
                    <a:pt x="18086" y="911"/>
                    <a:pt x="17778" y="958"/>
                    <a:pt x="17479" y="1060"/>
                  </a:cubicBezTo>
                  <a:cubicBezTo>
                    <a:pt x="16481" y="361"/>
                    <a:pt x="15254" y="0"/>
                    <a:pt x="1403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598;p30"/>
            <p:cNvSpPr/>
            <p:nvPr/>
          </p:nvSpPr>
          <p:spPr>
            <a:xfrm>
              <a:off x="6836040" y="2710800"/>
              <a:ext cx="51840" cy="4327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432720"/>
                <a:gd name="textAreaBottom" fmla="*/ 433080 h 432720"/>
              </a:gdLst>
              <a:ahLst/>
              <a:cxnLst/>
              <a:rect l="textAreaLeft" t="textAreaTop" r="textAreaRight" b="textAreaBottom"/>
              <a:pathLst>
                <a:path w="2092" h="17395">
                  <a:moveTo>
                    <a:pt x="781" y="1"/>
                  </a:moveTo>
                  <a:lnTo>
                    <a:pt x="781" y="1"/>
                  </a:lnTo>
                  <a:cubicBezTo>
                    <a:pt x="1478" y="2175"/>
                    <a:pt x="1785" y="4600"/>
                    <a:pt x="1673" y="7276"/>
                  </a:cubicBezTo>
                  <a:cubicBezTo>
                    <a:pt x="1534" y="10621"/>
                    <a:pt x="781" y="13938"/>
                    <a:pt x="29" y="17144"/>
                  </a:cubicBezTo>
                  <a:cubicBezTo>
                    <a:pt x="1" y="17283"/>
                    <a:pt x="84" y="17367"/>
                    <a:pt x="140" y="17395"/>
                  </a:cubicBezTo>
                  <a:lnTo>
                    <a:pt x="168" y="17395"/>
                  </a:lnTo>
                  <a:cubicBezTo>
                    <a:pt x="252" y="17395"/>
                    <a:pt x="307" y="17367"/>
                    <a:pt x="363" y="17255"/>
                  </a:cubicBezTo>
                  <a:cubicBezTo>
                    <a:pt x="1088" y="14050"/>
                    <a:pt x="1840" y="10705"/>
                    <a:pt x="1980" y="7332"/>
                  </a:cubicBezTo>
                  <a:cubicBezTo>
                    <a:pt x="2091" y="4684"/>
                    <a:pt x="1813" y="2314"/>
                    <a:pt x="1144" y="168"/>
                  </a:cubicBezTo>
                  <a:cubicBezTo>
                    <a:pt x="1004" y="112"/>
                    <a:pt x="921" y="84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599;p30"/>
            <p:cNvSpPr/>
            <p:nvPr/>
          </p:nvSpPr>
          <p:spPr>
            <a:xfrm>
              <a:off x="6390360" y="2686320"/>
              <a:ext cx="384840" cy="636840"/>
            </a:xfrm>
            <a:custGeom>
              <a:avLst/>
              <a:gdLst>
                <a:gd name="textAreaLeft" fmla="*/ 0 w 384840"/>
                <a:gd name="textAreaRight" fmla="*/ 385200 w 384840"/>
                <a:gd name="textAreaTop" fmla="*/ 0 h 636840"/>
                <a:gd name="textAreaBottom" fmla="*/ 637200 h 636840"/>
              </a:gdLst>
              <a:ahLst/>
              <a:cxnLst/>
              <a:rect l="textAreaLeft" t="textAreaTop" r="textAreaRight" b="textAreaBottom"/>
              <a:pathLst>
                <a:path w="15472" h="25590">
                  <a:moveTo>
                    <a:pt x="7109" y="4990"/>
                  </a:moveTo>
                  <a:lnTo>
                    <a:pt x="7109" y="4990"/>
                  </a:lnTo>
                  <a:cubicBezTo>
                    <a:pt x="7109" y="4992"/>
                    <a:pt x="7109" y="4995"/>
                    <a:pt x="7110" y="4999"/>
                  </a:cubicBezTo>
                  <a:lnTo>
                    <a:pt x="7110" y="4999"/>
                  </a:lnTo>
                  <a:cubicBezTo>
                    <a:pt x="7109" y="4996"/>
                    <a:pt x="7109" y="4993"/>
                    <a:pt x="7109" y="4990"/>
                  </a:cubicBezTo>
                  <a:close/>
                  <a:moveTo>
                    <a:pt x="12349" y="0"/>
                  </a:moveTo>
                  <a:cubicBezTo>
                    <a:pt x="12266" y="0"/>
                    <a:pt x="12154" y="56"/>
                    <a:pt x="12043" y="56"/>
                  </a:cubicBezTo>
                  <a:cubicBezTo>
                    <a:pt x="12322" y="1366"/>
                    <a:pt x="12545" y="2732"/>
                    <a:pt x="12740" y="4042"/>
                  </a:cubicBezTo>
                  <a:cubicBezTo>
                    <a:pt x="13409" y="8167"/>
                    <a:pt x="14106" y="12405"/>
                    <a:pt x="14273" y="16669"/>
                  </a:cubicBezTo>
                  <a:cubicBezTo>
                    <a:pt x="14384" y="19234"/>
                    <a:pt x="14301" y="21826"/>
                    <a:pt x="14050" y="24391"/>
                  </a:cubicBezTo>
                  <a:cubicBezTo>
                    <a:pt x="14022" y="24363"/>
                    <a:pt x="13994" y="24307"/>
                    <a:pt x="13966" y="24252"/>
                  </a:cubicBezTo>
                  <a:lnTo>
                    <a:pt x="12628" y="15471"/>
                  </a:lnTo>
                  <a:cubicBezTo>
                    <a:pt x="11903" y="10704"/>
                    <a:pt x="11179" y="5770"/>
                    <a:pt x="9562" y="1087"/>
                  </a:cubicBezTo>
                  <a:cubicBezTo>
                    <a:pt x="9478" y="1171"/>
                    <a:pt x="9395" y="1227"/>
                    <a:pt x="9283" y="1310"/>
                  </a:cubicBezTo>
                  <a:cubicBezTo>
                    <a:pt x="10872" y="5910"/>
                    <a:pt x="11597" y="10788"/>
                    <a:pt x="12294" y="15527"/>
                  </a:cubicBezTo>
                  <a:lnTo>
                    <a:pt x="13464" y="23555"/>
                  </a:lnTo>
                  <a:cubicBezTo>
                    <a:pt x="9924" y="17701"/>
                    <a:pt x="7834" y="11094"/>
                    <a:pt x="7332" y="4265"/>
                  </a:cubicBezTo>
                  <a:cubicBezTo>
                    <a:pt x="7276" y="4544"/>
                    <a:pt x="7193" y="4850"/>
                    <a:pt x="7165" y="5129"/>
                  </a:cubicBezTo>
                  <a:cubicBezTo>
                    <a:pt x="7139" y="5079"/>
                    <a:pt x="7114" y="5028"/>
                    <a:pt x="7110" y="4999"/>
                  </a:cubicBezTo>
                  <a:lnTo>
                    <a:pt x="7110" y="4999"/>
                  </a:lnTo>
                  <a:cubicBezTo>
                    <a:pt x="7696" y="11853"/>
                    <a:pt x="9926" y="18456"/>
                    <a:pt x="13576" y="24307"/>
                  </a:cubicBezTo>
                  <a:cubicBezTo>
                    <a:pt x="10761" y="22077"/>
                    <a:pt x="8503" y="18676"/>
                    <a:pt x="6970" y="14495"/>
                  </a:cubicBezTo>
                  <a:cubicBezTo>
                    <a:pt x="5659" y="10927"/>
                    <a:pt x="5046" y="7164"/>
                    <a:pt x="4489" y="3429"/>
                  </a:cubicBezTo>
                  <a:cubicBezTo>
                    <a:pt x="4377" y="3429"/>
                    <a:pt x="4266" y="3457"/>
                    <a:pt x="4182" y="3457"/>
                  </a:cubicBezTo>
                  <a:cubicBezTo>
                    <a:pt x="4739" y="7192"/>
                    <a:pt x="5381" y="11011"/>
                    <a:pt x="6691" y="14607"/>
                  </a:cubicBezTo>
                  <a:cubicBezTo>
                    <a:pt x="8001" y="18314"/>
                    <a:pt x="9952" y="21408"/>
                    <a:pt x="12322" y="23638"/>
                  </a:cubicBezTo>
                  <a:cubicBezTo>
                    <a:pt x="9478" y="21464"/>
                    <a:pt x="7471" y="18732"/>
                    <a:pt x="6217" y="16502"/>
                  </a:cubicBezTo>
                  <a:cubicBezTo>
                    <a:pt x="4210" y="13018"/>
                    <a:pt x="2955" y="9199"/>
                    <a:pt x="1952" y="5547"/>
                  </a:cubicBezTo>
                  <a:cubicBezTo>
                    <a:pt x="1868" y="5826"/>
                    <a:pt x="1840" y="6077"/>
                    <a:pt x="1868" y="6356"/>
                  </a:cubicBezTo>
                  <a:lnTo>
                    <a:pt x="1840" y="6356"/>
                  </a:lnTo>
                  <a:cubicBezTo>
                    <a:pt x="2816" y="9812"/>
                    <a:pt x="4070" y="13352"/>
                    <a:pt x="5938" y="16669"/>
                  </a:cubicBezTo>
                  <a:cubicBezTo>
                    <a:pt x="7276" y="19011"/>
                    <a:pt x="9395" y="21938"/>
                    <a:pt x="12461" y="24168"/>
                  </a:cubicBezTo>
                  <a:cubicBezTo>
                    <a:pt x="11792" y="23806"/>
                    <a:pt x="11151" y="23415"/>
                    <a:pt x="10482" y="22969"/>
                  </a:cubicBezTo>
                  <a:cubicBezTo>
                    <a:pt x="4962" y="19318"/>
                    <a:pt x="1144" y="13101"/>
                    <a:pt x="279" y="6551"/>
                  </a:cubicBezTo>
                  <a:cubicBezTo>
                    <a:pt x="168" y="6634"/>
                    <a:pt x="56" y="6690"/>
                    <a:pt x="1" y="6774"/>
                  </a:cubicBezTo>
                  <a:cubicBezTo>
                    <a:pt x="921" y="13352"/>
                    <a:pt x="4767" y="19568"/>
                    <a:pt x="10315" y="23248"/>
                  </a:cubicBezTo>
                  <a:cubicBezTo>
                    <a:pt x="11457" y="24029"/>
                    <a:pt x="12600" y="24614"/>
                    <a:pt x="13743" y="25088"/>
                  </a:cubicBezTo>
                  <a:lnTo>
                    <a:pt x="13827" y="25450"/>
                  </a:lnTo>
                  <a:cubicBezTo>
                    <a:pt x="13827" y="25506"/>
                    <a:pt x="13883" y="25562"/>
                    <a:pt x="13938" y="25562"/>
                  </a:cubicBezTo>
                  <a:lnTo>
                    <a:pt x="13938" y="25590"/>
                  </a:lnTo>
                  <a:lnTo>
                    <a:pt x="14245" y="25590"/>
                  </a:lnTo>
                  <a:cubicBezTo>
                    <a:pt x="14245" y="25478"/>
                    <a:pt x="14273" y="25367"/>
                    <a:pt x="14273" y="25283"/>
                  </a:cubicBezTo>
                  <a:cubicBezTo>
                    <a:pt x="14412" y="25339"/>
                    <a:pt x="14579" y="25450"/>
                    <a:pt x="14719" y="25506"/>
                  </a:cubicBezTo>
                  <a:cubicBezTo>
                    <a:pt x="14970" y="25478"/>
                    <a:pt x="15221" y="25422"/>
                    <a:pt x="15471" y="25339"/>
                  </a:cubicBezTo>
                  <a:cubicBezTo>
                    <a:pt x="15193" y="25283"/>
                    <a:pt x="14830" y="25171"/>
                    <a:pt x="14440" y="25032"/>
                  </a:cubicBezTo>
                  <a:cubicBezTo>
                    <a:pt x="14412" y="25032"/>
                    <a:pt x="14412" y="25004"/>
                    <a:pt x="14384" y="25004"/>
                  </a:cubicBezTo>
                  <a:cubicBezTo>
                    <a:pt x="14384" y="24948"/>
                    <a:pt x="14384" y="24921"/>
                    <a:pt x="14329" y="24893"/>
                  </a:cubicBezTo>
                  <a:lnTo>
                    <a:pt x="14329" y="24865"/>
                  </a:lnTo>
                  <a:cubicBezTo>
                    <a:pt x="14607" y="22133"/>
                    <a:pt x="14691" y="19373"/>
                    <a:pt x="14579" y="16669"/>
                  </a:cubicBezTo>
                  <a:cubicBezTo>
                    <a:pt x="14412" y="12405"/>
                    <a:pt x="13715" y="8140"/>
                    <a:pt x="13046" y="4014"/>
                  </a:cubicBezTo>
                  <a:cubicBezTo>
                    <a:pt x="12851" y="2704"/>
                    <a:pt x="12628" y="1338"/>
                    <a:pt x="12349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600;p30"/>
            <p:cNvSpPr/>
            <p:nvPr/>
          </p:nvSpPr>
          <p:spPr>
            <a:xfrm>
              <a:off x="6763680" y="2692080"/>
              <a:ext cx="69120" cy="56952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569520"/>
                <a:gd name="textAreaBottom" fmla="*/ 569880 h 569520"/>
              </a:gdLst>
              <a:ahLst/>
              <a:cxnLst/>
              <a:rect l="textAreaLeft" t="textAreaTop" r="textAreaRight" b="textAreaBottom"/>
              <a:pathLst>
                <a:path w="2789" h="22886">
                  <a:moveTo>
                    <a:pt x="1" y="0"/>
                  </a:moveTo>
                  <a:cubicBezTo>
                    <a:pt x="2342" y="7303"/>
                    <a:pt x="2509" y="15248"/>
                    <a:pt x="447" y="22690"/>
                  </a:cubicBezTo>
                  <a:cubicBezTo>
                    <a:pt x="419" y="22746"/>
                    <a:pt x="502" y="22858"/>
                    <a:pt x="558" y="22886"/>
                  </a:cubicBezTo>
                  <a:lnTo>
                    <a:pt x="586" y="22886"/>
                  </a:lnTo>
                  <a:cubicBezTo>
                    <a:pt x="670" y="22886"/>
                    <a:pt x="725" y="22858"/>
                    <a:pt x="725" y="22774"/>
                  </a:cubicBezTo>
                  <a:cubicBezTo>
                    <a:pt x="2788" y="15387"/>
                    <a:pt x="2649" y="7443"/>
                    <a:pt x="363" y="139"/>
                  </a:cubicBezTo>
                  <a:cubicBezTo>
                    <a:pt x="251" y="56"/>
                    <a:pt x="112" y="2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601;p30"/>
            <p:cNvSpPr/>
            <p:nvPr/>
          </p:nvSpPr>
          <p:spPr>
            <a:xfrm>
              <a:off x="6778800" y="3323520"/>
              <a:ext cx="11520" cy="108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475" h="447">
                  <a:moveTo>
                    <a:pt x="335" y="1"/>
                  </a:moveTo>
                  <a:lnTo>
                    <a:pt x="1" y="447"/>
                  </a:lnTo>
                  <a:lnTo>
                    <a:pt x="29" y="447"/>
                  </a:lnTo>
                  <a:cubicBezTo>
                    <a:pt x="140" y="391"/>
                    <a:pt x="196" y="335"/>
                    <a:pt x="196" y="307"/>
                  </a:cubicBezTo>
                  <a:lnTo>
                    <a:pt x="196" y="251"/>
                  </a:lnTo>
                  <a:cubicBezTo>
                    <a:pt x="224" y="251"/>
                    <a:pt x="224" y="251"/>
                    <a:pt x="280" y="279"/>
                  </a:cubicBezTo>
                  <a:lnTo>
                    <a:pt x="308" y="279"/>
                  </a:lnTo>
                  <a:cubicBezTo>
                    <a:pt x="363" y="279"/>
                    <a:pt x="447" y="251"/>
                    <a:pt x="447" y="168"/>
                  </a:cubicBezTo>
                  <a:cubicBezTo>
                    <a:pt x="475" y="112"/>
                    <a:pt x="419" y="28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602;p30"/>
            <p:cNvSpPr/>
            <p:nvPr/>
          </p:nvSpPr>
          <p:spPr>
            <a:xfrm>
              <a:off x="6368040" y="2684160"/>
              <a:ext cx="565200" cy="274680"/>
            </a:xfrm>
            <a:custGeom>
              <a:avLst/>
              <a:gdLst>
                <a:gd name="textAreaLeft" fmla="*/ 0 w 565200"/>
                <a:gd name="textAreaRight" fmla="*/ 565560 w 56520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2720" h="11040">
                  <a:moveTo>
                    <a:pt x="14031" y="1"/>
                  </a:moveTo>
                  <a:cubicBezTo>
                    <a:pt x="13204" y="1"/>
                    <a:pt x="12378" y="166"/>
                    <a:pt x="11625" y="503"/>
                  </a:cubicBezTo>
                  <a:cubicBezTo>
                    <a:pt x="9729" y="1339"/>
                    <a:pt x="8363" y="3207"/>
                    <a:pt x="8140" y="5214"/>
                  </a:cubicBezTo>
                  <a:cubicBezTo>
                    <a:pt x="7711" y="4164"/>
                    <a:pt x="6607" y="3482"/>
                    <a:pt x="5494" y="3482"/>
                  </a:cubicBezTo>
                  <a:cubicBezTo>
                    <a:pt x="5307" y="3482"/>
                    <a:pt x="5119" y="3501"/>
                    <a:pt x="4935" y="3542"/>
                  </a:cubicBezTo>
                  <a:cubicBezTo>
                    <a:pt x="3624" y="3820"/>
                    <a:pt x="2705" y="5158"/>
                    <a:pt x="2760" y="6441"/>
                  </a:cubicBezTo>
                  <a:cubicBezTo>
                    <a:pt x="2570" y="6345"/>
                    <a:pt x="2366" y="6302"/>
                    <a:pt x="2161" y="6302"/>
                  </a:cubicBezTo>
                  <a:cubicBezTo>
                    <a:pt x="1464" y="6302"/>
                    <a:pt x="742" y="6798"/>
                    <a:pt x="419" y="7444"/>
                  </a:cubicBezTo>
                  <a:cubicBezTo>
                    <a:pt x="1" y="8280"/>
                    <a:pt x="56" y="9284"/>
                    <a:pt x="196" y="10204"/>
                  </a:cubicBezTo>
                  <a:cubicBezTo>
                    <a:pt x="224" y="10483"/>
                    <a:pt x="279" y="10761"/>
                    <a:pt x="335" y="11040"/>
                  </a:cubicBezTo>
                  <a:cubicBezTo>
                    <a:pt x="475" y="10622"/>
                    <a:pt x="614" y="10204"/>
                    <a:pt x="837" y="9786"/>
                  </a:cubicBezTo>
                  <a:cubicBezTo>
                    <a:pt x="1433" y="8770"/>
                    <a:pt x="2553" y="8000"/>
                    <a:pt x="3686" y="8000"/>
                  </a:cubicBezTo>
                  <a:cubicBezTo>
                    <a:pt x="3984" y="8000"/>
                    <a:pt x="4282" y="8053"/>
                    <a:pt x="4572" y="8169"/>
                  </a:cubicBezTo>
                  <a:cubicBezTo>
                    <a:pt x="4935" y="7110"/>
                    <a:pt x="5966" y="6301"/>
                    <a:pt x="7081" y="6218"/>
                  </a:cubicBezTo>
                  <a:cubicBezTo>
                    <a:pt x="7123" y="6216"/>
                    <a:pt x="7164" y="6214"/>
                    <a:pt x="7206" y="6214"/>
                  </a:cubicBezTo>
                  <a:cubicBezTo>
                    <a:pt x="8279" y="6214"/>
                    <a:pt x="9328" y="6897"/>
                    <a:pt x="9757" y="7890"/>
                  </a:cubicBezTo>
                  <a:cubicBezTo>
                    <a:pt x="9813" y="6580"/>
                    <a:pt x="10175" y="5214"/>
                    <a:pt x="10984" y="4183"/>
                  </a:cubicBezTo>
                  <a:cubicBezTo>
                    <a:pt x="11763" y="3162"/>
                    <a:pt x="13008" y="2451"/>
                    <a:pt x="14295" y="2451"/>
                  </a:cubicBezTo>
                  <a:cubicBezTo>
                    <a:pt x="14344" y="2451"/>
                    <a:pt x="14392" y="2452"/>
                    <a:pt x="14440" y="2454"/>
                  </a:cubicBezTo>
                  <a:cubicBezTo>
                    <a:pt x="15750" y="2538"/>
                    <a:pt x="17060" y="3514"/>
                    <a:pt x="17283" y="4824"/>
                  </a:cubicBezTo>
                  <a:cubicBezTo>
                    <a:pt x="17811" y="4003"/>
                    <a:pt x="18791" y="3607"/>
                    <a:pt x="19772" y="3607"/>
                  </a:cubicBezTo>
                  <a:cubicBezTo>
                    <a:pt x="20190" y="3607"/>
                    <a:pt x="20608" y="3679"/>
                    <a:pt x="20991" y="3820"/>
                  </a:cubicBezTo>
                  <a:cubicBezTo>
                    <a:pt x="21660" y="4071"/>
                    <a:pt x="22245" y="4489"/>
                    <a:pt x="22719" y="5019"/>
                  </a:cubicBezTo>
                  <a:cubicBezTo>
                    <a:pt x="22524" y="4238"/>
                    <a:pt x="22245" y="3486"/>
                    <a:pt x="21799" y="2817"/>
                  </a:cubicBezTo>
                  <a:cubicBezTo>
                    <a:pt x="21038" y="1742"/>
                    <a:pt x="19736" y="901"/>
                    <a:pt x="18430" y="901"/>
                  </a:cubicBezTo>
                  <a:cubicBezTo>
                    <a:pt x="18111" y="901"/>
                    <a:pt x="17791" y="951"/>
                    <a:pt x="17479" y="1061"/>
                  </a:cubicBezTo>
                  <a:cubicBezTo>
                    <a:pt x="16481" y="362"/>
                    <a:pt x="15254" y="1"/>
                    <a:pt x="1403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603;p30"/>
            <p:cNvSpPr/>
            <p:nvPr/>
          </p:nvSpPr>
          <p:spPr>
            <a:xfrm>
              <a:off x="6635160" y="2801520"/>
              <a:ext cx="407880" cy="595080"/>
            </a:xfrm>
            <a:custGeom>
              <a:avLst/>
              <a:gdLst>
                <a:gd name="textAreaLeft" fmla="*/ 0 w 407880"/>
                <a:gd name="textAreaRight" fmla="*/ 408240 w 407880"/>
                <a:gd name="textAreaTop" fmla="*/ 0 h 595080"/>
                <a:gd name="textAreaBottom" fmla="*/ 595440 h 595080"/>
              </a:gdLst>
              <a:ahLst/>
              <a:cxnLst/>
              <a:rect l="textAreaLeft" t="textAreaTop" r="textAreaRight" b="textAreaBottom"/>
              <a:pathLst>
                <a:path w="16392" h="23907">
                  <a:moveTo>
                    <a:pt x="11580" y="0"/>
                  </a:moveTo>
                  <a:cubicBezTo>
                    <a:pt x="11405" y="0"/>
                    <a:pt x="11230" y="38"/>
                    <a:pt x="11067" y="114"/>
                  </a:cubicBezTo>
                  <a:cubicBezTo>
                    <a:pt x="10315" y="504"/>
                    <a:pt x="10175" y="1480"/>
                    <a:pt x="10175" y="2316"/>
                  </a:cubicBezTo>
                  <a:cubicBezTo>
                    <a:pt x="10121" y="1776"/>
                    <a:pt x="9597" y="1367"/>
                    <a:pt x="9057" y="1367"/>
                  </a:cubicBezTo>
                  <a:cubicBezTo>
                    <a:pt x="9040" y="1367"/>
                    <a:pt x="9022" y="1367"/>
                    <a:pt x="9004" y="1368"/>
                  </a:cubicBezTo>
                  <a:cubicBezTo>
                    <a:pt x="8475" y="1368"/>
                    <a:pt x="8001" y="1758"/>
                    <a:pt x="7666" y="2204"/>
                  </a:cubicBezTo>
                  <a:cubicBezTo>
                    <a:pt x="7360" y="2678"/>
                    <a:pt x="7220" y="3208"/>
                    <a:pt x="7109" y="3738"/>
                  </a:cubicBezTo>
                  <a:cubicBezTo>
                    <a:pt x="6440" y="7055"/>
                    <a:pt x="6691" y="10539"/>
                    <a:pt x="5492" y="13689"/>
                  </a:cubicBezTo>
                  <a:cubicBezTo>
                    <a:pt x="5074" y="14804"/>
                    <a:pt x="4433" y="15808"/>
                    <a:pt x="3680" y="16672"/>
                  </a:cubicBezTo>
                  <a:cubicBezTo>
                    <a:pt x="2565" y="18038"/>
                    <a:pt x="1" y="19097"/>
                    <a:pt x="1450" y="21104"/>
                  </a:cubicBezTo>
                  <a:cubicBezTo>
                    <a:pt x="2593" y="22693"/>
                    <a:pt x="4656" y="23752"/>
                    <a:pt x="6607" y="23891"/>
                  </a:cubicBezTo>
                  <a:cubicBezTo>
                    <a:pt x="6763" y="23902"/>
                    <a:pt x="6918" y="23907"/>
                    <a:pt x="7073" y="23907"/>
                  </a:cubicBezTo>
                  <a:cubicBezTo>
                    <a:pt x="9833" y="23907"/>
                    <a:pt x="12466" y="22287"/>
                    <a:pt x="14050" y="20017"/>
                  </a:cubicBezTo>
                  <a:cubicBezTo>
                    <a:pt x="15750" y="17619"/>
                    <a:pt x="16391" y="14609"/>
                    <a:pt x="16363" y="11682"/>
                  </a:cubicBezTo>
                  <a:cubicBezTo>
                    <a:pt x="16363" y="8783"/>
                    <a:pt x="15694" y="5912"/>
                    <a:pt x="15053" y="3041"/>
                  </a:cubicBezTo>
                  <a:cubicBezTo>
                    <a:pt x="14914" y="2427"/>
                    <a:pt x="14747" y="1731"/>
                    <a:pt x="14273" y="1312"/>
                  </a:cubicBezTo>
                  <a:cubicBezTo>
                    <a:pt x="14057" y="1133"/>
                    <a:pt x="13769" y="1040"/>
                    <a:pt x="13491" y="1040"/>
                  </a:cubicBezTo>
                  <a:cubicBezTo>
                    <a:pt x="13122" y="1040"/>
                    <a:pt x="12771" y="1202"/>
                    <a:pt x="12628" y="1535"/>
                  </a:cubicBezTo>
                  <a:cubicBezTo>
                    <a:pt x="12795" y="1117"/>
                    <a:pt x="12684" y="616"/>
                    <a:pt x="12349" y="281"/>
                  </a:cubicBezTo>
                  <a:cubicBezTo>
                    <a:pt x="12128" y="94"/>
                    <a:pt x="11854" y="0"/>
                    <a:pt x="1158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604;p30"/>
            <p:cNvSpPr/>
            <p:nvPr/>
          </p:nvSpPr>
          <p:spPr>
            <a:xfrm>
              <a:off x="6726960" y="2827800"/>
              <a:ext cx="265320" cy="551160"/>
            </a:xfrm>
            <a:custGeom>
              <a:avLst/>
              <a:gdLst>
                <a:gd name="textAreaLeft" fmla="*/ 0 w 265320"/>
                <a:gd name="textAreaRight" fmla="*/ 265680 w 265320"/>
                <a:gd name="textAreaTop" fmla="*/ 0 h 551160"/>
                <a:gd name="textAreaBottom" fmla="*/ 551520 h 551160"/>
              </a:gdLst>
              <a:ahLst/>
              <a:cxnLst/>
              <a:rect l="textAreaLeft" t="textAreaTop" r="textAreaRight" b="textAreaBottom"/>
              <a:pathLst>
                <a:path w="10677" h="22146">
                  <a:moveTo>
                    <a:pt x="9792" y="0"/>
                  </a:moveTo>
                  <a:cubicBezTo>
                    <a:pt x="9760" y="0"/>
                    <a:pt x="9729" y="3"/>
                    <a:pt x="9701" y="13"/>
                  </a:cubicBezTo>
                  <a:cubicBezTo>
                    <a:pt x="10119" y="2493"/>
                    <a:pt x="10398" y="5030"/>
                    <a:pt x="10342" y="7567"/>
                  </a:cubicBezTo>
                  <a:cubicBezTo>
                    <a:pt x="10203" y="10912"/>
                    <a:pt x="9394" y="13811"/>
                    <a:pt x="7945" y="16152"/>
                  </a:cubicBezTo>
                  <a:cubicBezTo>
                    <a:pt x="6161" y="18968"/>
                    <a:pt x="3234" y="21086"/>
                    <a:pt x="0" y="21978"/>
                  </a:cubicBezTo>
                  <a:cubicBezTo>
                    <a:pt x="140" y="22034"/>
                    <a:pt x="223" y="22118"/>
                    <a:pt x="363" y="22146"/>
                  </a:cubicBezTo>
                  <a:cubicBezTo>
                    <a:pt x="3568" y="21198"/>
                    <a:pt x="6439" y="19079"/>
                    <a:pt x="8168" y="16292"/>
                  </a:cubicBezTo>
                  <a:cubicBezTo>
                    <a:pt x="9673" y="13922"/>
                    <a:pt x="10481" y="10968"/>
                    <a:pt x="10621" y="7567"/>
                  </a:cubicBezTo>
                  <a:cubicBezTo>
                    <a:pt x="10676" y="5030"/>
                    <a:pt x="10398" y="2493"/>
                    <a:pt x="9980" y="13"/>
                  </a:cubicBezTo>
                  <a:cubicBezTo>
                    <a:pt x="9924" y="13"/>
                    <a:pt x="9856" y="0"/>
                    <a:pt x="979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605;p30"/>
            <p:cNvSpPr/>
            <p:nvPr/>
          </p:nvSpPr>
          <p:spPr>
            <a:xfrm>
              <a:off x="6713640" y="2800800"/>
              <a:ext cx="216360" cy="57024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570240"/>
                <a:gd name="textAreaBottom" fmla="*/ 570600 h 570240"/>
              </a:gdLst>
              <a:ahLst/>
              <a:cxnLst/>
              <a:rect l="textAreaLeft" t="textAreaTop" r="textAreaRight" b="textAreaBottom"/>
              <a:pathLst>
                <a:path w="8698" h="22914">
                  <a:moveTo>
                    <a:pt x="8280" y="0"/>
                  </a:moveTo>
                  <a:cubicBezTo>
                    <a:pt x="8391" y="3987"/>
                    <a:pt x="8224" y="8865"/>
                    <a:pt x="6635" y="13353"/>
                  </a:cubicBezTo>
                  <a:cubicBezTo>
                    <a:pt x="5297" y="17339"/>
                    <a:pt x="2928" y="20600"/>
                    <a:pt x="1" y="22719"/>
                  </a:cubicBezTo>
                  <a:cubicBezTo>
                    <a:pt x="56" y="22802"/>
                    <a:pt x="168" y="22830"/>
                    <a:pt x="279" y="22914"/>
                  </a:cubicBezTo>
                  <a:cubicBezTo>
                    <a:pt x="3206" y="20740"/>
                    <a:pt x="5576" y="17478"/>
                    <a:pt x="6969" y="13492"/>
                  </a:cubicBezTo>
                  <a:cubicBezTo>
                    <a:pt x="8530" y="8976"/>
                    <a:pt x="8698" y="4042"/>
                    <a:pt x="8642" y="56"/>
                  </a:cubicBezTo>
                  <a:cubicBezTo>
                    <a:pt x="8475" y="0"/>
                    <a:pt x="8363" y="0"/>
                    <a:pt x="828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606;p30"/>
            <p:cNvSpPr/>
            <p:nvPr/>
          </p:nvSpPr>
          <p:spPr>
            <a:xfrm>
              <a:off x="6687360" y="2835720"/>
              <a:ext cx="175320" cy="515520"/>
            </a:xfrm>
            <a:custGeom>
              <a:avLst/>
              <a:gdLst>
                <a:gd name="textAreaLeft" fmla="*/ 0 w 175320"/>
                <a:gd name="textAreaRight" fmla="*/ 175680 w 175320"/>
                <a:gd name="textAreaTop" fmla="*/ 0 h 515520"/>
                <a:gd name="textAreaBottom" fmla="*/ 515880 h 515520"/>
              </a:gdLst>
              <a:ahLst/>
              <a:cxnLst/>
              <a:rect l="textAreaLeft" t="textAreaTop" r="textAreaRight" b="textAreaBottom"/>
              <a:pathLst>
                <a:path w="7053" h="20712">
                  <a:moveTo>
                    <a:pt x="6941" y="0"/>
                  </a:moveTo>
                  <a:cubicBezTo>
                    <a:pt x="6830" y="0"/>
                    <a:pt x="6774" y="28"/>
                    <a:pt x="6663" y="28"/>
                  </a:cubicBezTo>
                  <a:cubicBezTo>
                    <a:pt x="6774" y="4154"/>
                    <a:pt x="6356" y="7777"/>
                    <a:pt x="5380" y="11067"/>
                  </a:cubicBezTo>
                  <a:cubicBezTo>
                    <a:pt x="4265" y="14774"/>
                    <a:pt x="2425" y="18036"/>
                    <a:pt x="0" y="20489"/>
                  </a:cubicBezTo>
                  <a:lnTo>
                    <a:pt x="223" y="20712"/>
                  </a:lnTo>
                  <a:cubicBezTo>
                    <a:pt x="2648" y="18203"/>
                    <a:pt x="4544" y="14913"/>
                    <a:pt x="5659" y="11150"/>
                  </a:cubicBezTo>
                  <a:cubicBezTo>
                    <a:pt x="6635" y="7833"/>
                    <a:pt x="7053" y="4182"/>
                    <a:pt x="694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607;p30"/>
            <p:cNvSpPr/>
            <p:nvPr/>
          </p:nvSpPr>
          <p:spPr>
            <a:xfrm>
              <a:off x="6293880" y="2931480"/>
              <a:ext cx="541080" cy="488520"/>
            </a:xfrm>
            <a:custGeom>
              <a:avLst/>
              <a:gdLst>
                <a:gd name="textAreaLeft" fmla="*/ 0 w 541080"/>
                <a:gd name="textAreaRight" fmla="*/ 541440 w 541080"/>
                <a:gd name="textAreaTop" fmla="*/ 0 h 488520"/>
                <a:gd name="textAreaBottom" fmla="*/ 488880 h 488520"/>
              </a:gdLst>
              <a:ahLst/>
              <a:cxnLst/>
              <a:rect l="textAreaLeft" t="textAreaTop" r="textAreaRight" b="textAreaBottom"/>
              <a:pathLst>
                <a:path w="21743" h="19629">
                  <a:moveTo>
                    <a:pt x="3234" y="1"/>
                  </a:moveTo>
                  <a:cubicBezTo>
                    <a:pt x="2119" y="1"/>
                    <a:pt x="1004" y="670"/>
                    <a:pt x="502" y="1701"/>
                  </a:cubicBezTo>
                  <a:cubicBezTo>
                    <a:pt x="0" y="2789"/>
                    <a:pt x="167" y="4043"/>
                    <a:pt x="474" y="5186"/>
                  </a:cubicBezTo>
                  <a:cubicBezTo>
                    <a:pt x="1422" y="8921"/>
                    <a:pt x="3512" y="12322"/>
                    <a:pt x="6411" y="14886"/>
                  </a:cubicBezTo>
                  <a:cubicBezTo>
                    <a:pt x="9283" y="17423"/>
                    <a:pt x="12906" y="19068"/>
                    <a:pt x="16753" y="19542"/>
                  </a:cubicBezTo>
                  <a:cubicBezTo>
                    <a:pt x="17205" y="19595"/>
                    <a:pt x="17664" y="19629"/>
                    <a:pt x="18116" y="19629"/>
                  </a:cubicBezTo>
                  <a:cubicBezTo>
                    <a:pt x="18613" y="19629"/>
                    <a:pt x="19102" y="19588"/>
                    <a:pt x="19568" y="19486"/>
                  </a:cubicBezTo>
                  <a:cubicBezTo>
                    <a:pt x="20377" y="19291"/>
                    <a:pt x="21743" y="18845"/>
                    <a:pt x="20516" y="18176"/>
                  </a:cubicBezTo>
                  <a:cubicBezTo>
                    <a:pt x="18788" y="17256"/>
                    <a:pt x="17422" y="16169"/>
                    <a:pt x="16419" y="14413"/>
                  </a:cubicBezTo>
                  <a:cubicBezTo>
                    <a:pt x="15331" y="12517"/>
                    <a:pt x="14885" y="10287"/>
                    <a:pt x="14774" y="8085"/>
                  </a:cubicBezTo>
                  <a:cubicBezTo>
                    <a:pt x="14718" y="7221"/>
                    <a:pt x="14718" y="6301"/>
                    <a:pt x="14495" y="5465"/>
                  </a:cubicBezTo>
                  <a:cubicBezTo>
                    <a:pt x="14244" y="4628"/>
                    <a:pt x="13687" y="3820"/>
                    <a:pt x="12851" y="3513"/>
                  </a:cubicBezTo>
                  <a:cubicBezTo>
                    <a:pt x="12665" y="3445"/>
                    <a:pt x="12467" y="3413"/>
                    <a:pt x="12269" y="3413"/>
                  </a:cubicBezTo>
                  <a:cubicBezTo>
                    <a:pt x="11573" y="3413"/>
                    <a:pt x="10871" y="3810"/>
                    <a:pt x="10676" y="4461"/>
                  </a:cubicBezTo>
                  <a:cubicBezTo>
                    <a:pt x="10453" y="3736"/>
                    <a:pt x="10202" y="2956"/>
                    <a:pt x="9756" y="2287"/>
                  </a:cubicBezTo>
                  <a:cubicBezTo>
                    <a:pt x="9338" y="1646"/>
                    <a:pt x="8697" y="1088"/>
                    <a:pt x="7944" y="893"/>
                  </a:cubicBezTo>
                  <a:cubicBezTo>
                    <a:pt x="7805" y="863"/>
                    <a:pt x="7661" y="848"/>
                    <a:pt x="7518" y="848"/>
                  </a:cubicBezTo>
                  <a:cubicBezTo>
                    <a:pt x="6861" y="848"/>
                    <a:pt x="6207" y="1157"/>
                    <a:pt x="5910" y="1729"/>
                  </a:cubicBezTo>
                  <a:cubicBezTo>
                    <a:pt x="5464" y="726"/>
                    <a:pt x="4376" y="1"/>
                    <a:pt x="323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608;p30"/>
            <p:cNvSpPr/>
            <p:nvPr/>
          </p:nvSpPr>
          <p:spPr>
            <a:xfrm>
              <a:off x="6484680" y="2952720"/>
              <a:ext cx="321840" cy="46044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460440"/>
                <a:gd name="textAreaBottom" fmla="*/ 460800 h 460440"/>
              </a:gdLst>
              <a:ahLst/>
              <a:cxnLst/>
              <a:rect l="textAreaLeft" t="textAreaTop" r="textAreaRight" b="textAreaBottom"/>
              <a:pathLst>
                <a:path w="12935" h="18510">
                  <a:moveTo>
                    <a:pt x="1" y="0"/>
                  </a:moveTo>
                  <a:cubicBezTo>
                    <a:pt x="196" y="2620"/>
                    <a:pt x="475" y="5269"/>
                    <a:pt x="1199" y="7833"/>
                  </a:cubicBezTo>
                  <a:cubicBezTo>
                    <a:pt x="2175" y="11234"/>
                    <a:pt x="3820" y="13938"/>
                    <a:pt x="6022" y="15722"/>
                  </a:cubicBezTo>
                  <a:cubicBezTo>
                    <a:pt x="6774" y="16335"/>
                    <a:pt x="7611" y="16865"/>
                    <a:pt x="8558" y="17311"/>
                  </a:cubicBezTo>
                  <a:cubicBezTo>
                    <a:pt x="9757" y="17812"/>
                    <a:pt x="11011" y="18203"/>
                    <a:pt x="12266" y="18509"/>
                  </a:cubicBezTo>
                  <a:cubicBezTo>
                    <a:pt x="12517" y="18426"/>
                    <a:pt x="12712" y="18370"/>
                    <a:pt x="12935" y="18258"/>
                  </a:cubicBezTo>
                  <a:cubicBezTo>
                    <a:pt x="9646" y="17143"/>
                    <a:pt x="6914" y="14774"/>
                    <a:pt x="5715" y="11847"/>
                  </a:cubicBezTo>
                  <a:cubicBezTo>
                    <a:pt x="4489" y="8920"/>
                    <a:pt x="4684" y="5575"/>
                    <a:pt x="4963" y="2565"/>
                  </a:cubicBezTo>
                  <a:cubicBezTo>
                    <a:pt x="4879" y="2537"/>
                    <a:pt x="4795" y="2537"/>
                    <a:pt x="4684" y="2537"/>
                  </a:cubicBezTo>
                  <a:cubicBezTo>
                    <a:pt x="4433" y="5575"/>
                    <a:pt x="4210" y="8948"/>
                    <a:pt x="5464" y="11959"/>
                  </a:cubicBezTo>
                  <a:cubicBezTo>
                    <a:pt x="6607" y="14718"/>
                    <a:pt x="9032" y="16976"/>
                    <a:pt x="11987" y="18203"/>
                  </a:cubicBezTo>
                  <a:cubicBezTo>
                    <a:pt x="9646" y="17645"/>
                    <a:pt x="7722" y="16725"/>
                    <a:pt x="6189" y="15471"/>
                  </a:cubicBezTo>
                  <a:cubicBezTo>
                    <a:pt x="4071" y="13743"/>
                    <a:pt x="2426" y="11039"/>
                    <a:pt x="1506" y="7749"/>
                  </a:cubicBezTo>
                  <a:cubicBezTo>
                    <a:pt x="753" y="5241"/>
                    <a:pt x="475" y="2620"/>
                    <a:pt x="279" y="28"/>
                  </a:cubicBezTo>
                  <a:cubicBezTo>
                    <a:pt x="168" y="0"/>
                    <a:pt x="11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609;p30"/>
            <p:cNvSpPr/>
            <p:nvPr/>
          </p:nvSpPr>
          <p:spPr>
            <a:xfrm>
              <a:off x="6362640" y="2932200"/>
              <a:ext cx="423720" cy="484920"/>
            </a:xfrm>
            <a:custGeom>
              <a:avLst/>
              <a:gdLst>
                <a:gd name="textAreaLeft" fmla="*/ 0 w 423720"/>
                <a:gd name="textAreaRight" fmla="*/ 424080 w 423720"/>
                <a:gd name="textAreaTop" fmla="*/ 0 h 484920"/>
                <a:gd name="textAreaBottom" fmla="*/ 485280 h 484920"/>
              </a:gdLst>
              <a:ahLst/>
              <a:cxnLst/>
              <a:rect l="textAreaLeft" t="textAreaTop" r="textAreaRight" b="textAreaBottom"/>
              <a:pathLst>
                <a:path w="17033" h="19486">
                  <a:moveTo>
                    <a:pt x="335" y="1"/>
                  </a:moveTo>
                  <a:cubicBezTo>
                    <a:pt x="224" y="1"/>
                    <a:pt x="168" y="1"/>
                    <a:pt x="56" y="29"/>
                  </a:cubicBezTo>
                  <a:cubicBezTo>
                    <a:pt x="1" y="4712"/>
                    <a:pt x="1952" y="9506"/>
                    <a:pt x="5436" y="13130"/>
                  </a:cubicBezTo>
                  <a:cubicBezTo>
                    <a:pt x="8308" y="16141"/>
                    <a:pt x="12182" y="18343"/>
                    <a:pt x="16559" y="19486"/>
                  </a:cubicBezTo>
                  <a:cubicBezTo>
                    <a:pt x="16642" y="19486"/>
                    <a:pt x="16754" y="19430"/>
                    <a:pt x="16809" y="19430"/>
                  </a:cubicBezTo>
                  <a:cubicBezTo>
                    <a:pt x="16893" y="19430"/>
                    <a:pt x="16949" y="19402"/>
                    <a:pt x="17033" y="19374"/>
                  </a:cubicBezTo>
                  <a:cubicBezTo>
                    <a:pt x="15750" y="19068"/>
                    <a:pt x="14524" y="18677"/>
                    <a:pt x="13464" y="18148"/>
                  </a:cubicBezTo>
                  <a:cubicBezTo>
                    <a:pt x="10426" y="16949"/>
                    <a:pt x="7750" y="15165"/>
                    <a:pt x="5631" y="12963"/>
                  </a:cubicBezTo>
                  <a:cubicBezTo>
                    <a:pt x="2175" y="9367"/>
                    <a:pt x="279" y="4628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610;p30"/>
            <p:cNvSpPr/>
            <p:nvPr/>
          </p:nvSpPr>
          <p:spPr>
            <a:xfrm>
              <a:off x="6297120" y="2932200"/>
              <a:ext cx="361440" cy="177480"/>
            </a:xfrm>
            <a:custGeom>
              <a:avLst/>
              <a:gdLst>
                <a:gd name="textAreaLeft" fmla="*/ 0 w 361440"/>
                <a:gd name="textAreaRight" fmla="*/ 361800 w 36144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14524" h="7137">
                  <a:moveTo>
                    <a:pt x="3067" y="1"/>
                  </a:moveTo>
                  <a:cubicBezTo>
                    <a:pt x="1952" y="1"/>
                    <a:pt x="837" y="670"/>
                    <a:pt x="335" y="1701"/>
                  </a:cubicBezTo>
                  <a:cubicBezTo>
                    <a:pt x="56" y="2315"/>
                    <a:pt x="0" y="2956"/>
                    <a:pt x="28" y="3625"/>
                  </a:cubicBezTo>
                  <a:cubicBezTo>
                    <a:pt x="840" y="2948"/>
                    <a:pt x="1835" y="2508"/>
                    <a:pt x="2887" y="2508"/>
                  </a:cubicBezTo>
                  <a:cubicBezTo>
                    <a:pt x="2919" y="2508"/>
                    <a:pt x="2951" y="2509"/>
                    <a:pt x="2983" y="2510"/>
                  </a:cubicBezTo>
                  <a:cubicBezTo>
                    <a:pt x="4070" y="2538"/>
                    <a:pt x="5157" y="3151"/>
                    <a:pt x="5659" y="4071"/>
                  </a:cubicBezTo>
                  <a:cubicBezTo>
                    <a:pt x="6093" y="3453"/>
                    <a:pt x="6828" y="3099"/>
                    <a:pt x="7539" y="3099"/>
                  </a:cubicBezTo>
                  <a:cubicBezTo>
                    <a:pt x="7695" y="3099"/>
                    <a:pt x="7850" y="3116"/>
                    <a:pt x="8001" y="3151"/>
                  </a:cubicBezTo>
                  <a:cubicBezTo>
                    <a:pt x="8893" y="3290"/>
                    <a:pt x="9617" y="3903"/>
                    <a:pt x="10063" y="4628"/>
                  </a:cubicBezTo>
                  <a:cubicBezTo>
                    <a:pt x="10509" y="5409"/>
                    <a:pt x="10705" y="6273"/>
                    <a:pt x="10705" y="7137"/>
                  </a:cubicBezTo>
                  <a:cubicBezTo>
                    <a:pt x="10872" y="6691"/>
                    <a:pt x="11011" y="6217"/>
                    <a:pt x="11318" y="5827"/>
                  </a:cubicBezTo>
                  <a:cubicBezTo>
                    <a:pt x="11585" y="5453"/>
                    <a:pt x="12005" y="5156"/>
                    <a:pt x="12481" y="5156"/>
                  </a:cubicBezTo>
                  <a:cubicBezTo>
                    <a:pt x="12502" y="5156"/>
                    <a:pt x="12523" y="5157"/>
                    <a:pt x="12544" y="5158"/>
                  </a:cubicBezTo>
                  <a:cubicBezTo>
                    <a:pt x="13046" y="5158"/>
                    <a:pt x="13520" y="5548"/>
                    <a:pt x="13854" y="5938"/>
                  </a:cubicBezTo>
                  <a:cubicBezTo>
                    <a:pt x="14105" y="6161"/>
                    <a:pt x="14300" y="6412"/>
                    <a:pt x="14523" y="6691"/>
                  </a:cubicBezTo>
                  <a:cubicBezTo>
                    <a:pt x="14496" y="6273"/>
                    <a:pt x="14412" y="5855"/>
                    <a:pt x="14300" y="5464"/>
                  </a:cubicBezTo>
                  <a:cubicBezTo>
                    <a:pt x="14077" y="4628"/>
                    <a:pt x="13520" y="3848"/>
                    <a:pt x="12684" y="3513"/>
                  </a:cubicBezTo>
                  <a:cubicBezTo>
                    <a:pt x="12498" y="3445"/>
                    <a:pt x="12300" y="3413"/>
                    <a:pt x="12102" y="3413"/>
                  </a:cubicBezTo>
                  <a:cubicBezTo>
                    <a:pt x="11406" y="3413"/>
                    <a:pt x="10705" y="3810"/>
                    <a:pt x="10509" y="4461"/>
                  </a:cubicBezTo>
                  <a:cubicBezTo>
                    <a:pt x="10259" y="3736"/>
                    <a:pt x="10036" y="2956"/>
                    <a:pt x="9562" y="2315"/>
                  </a:cubicBezTo>
                  <a:cubicBezTo>
                    <a:pt x="9144" y="1646"/>
                    <a:pt x="8530" y="1088"/>
                    <a:pt x="7750" y="921"/>
                  </a:cubicBezTo>
                  <a:cubicBezTo>
                    <a:pt x="7607" y="884"/>
                    <a:pt x="7458" y="866"/>
                    <a:pt x="7308" y="866"/>
                  </a:cubicBezTo>
                  <a:cubicBezTo>
                    <a:pt x="6669" y="866"/>
                    <a:pt x="6014" y="1192"/>
                    <a:pt x="5743" y="1757"/>
                  </a:cubicBezTo>
                  <a:cubicBezTo>
                    <a:pt x="5297" y="726"/>
                    <a:pt x="4210" y="1"/>
                    <a:pt x="306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8920" bIns="88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611;p30"/>
            <p:cNvSpPr/>
            <p:nvPr/>
          </p:nvSpPr>
          <p:spPr>
            <a:xfrm>
              <a:off x="6888600" y="2920320"/>
              <a:ext cx="1800" cy="46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84" h="197">
                  <a:moveTo>
                    <a:pt x="0" y="1"/>
                  </a:moveTo>
                  <a:cubicBezTo>
                    <a:pt x="0" y="57"/>
                    <a:pt x="0" y="140"/>
                    <a:pt x="56" y="196"/>
                  </a:cubicBezTo>
                  <a:cubicBezTo>
                    <a:pt x="84" y="85"/>
                    <a:pt x="56" y="2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612;p30"/>
            <p:cNvSpPr/>
            <p:nvPr/>
          </p:nvSpPr>
          <p:spPr>
            <a:xfrm>
              <a:off x="6801840" y="2801520"/>
              <a:ext cx="212760" cy="169200"/>
            </a:xfrm>
            <a:custGeom>
              <a:avLst/>
              <a:gdLst>
                <a:gd name="textAreaLeft" fmla="*/ 0 w 212760"/>
                <a:gd name="textAreaRight" fmla="*/ 213120 w 21276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8559" h="6803">
                  <a:moveTo>
                    <a:pt x="4879" y="1"/>
                  </a:moveTo>
                  <a:cubicBezTo>
                    <a:pt x="4708" y="1"/>
                    <a:pt x="4536" y="39"/>
                    <a:pt x="4377" y="113"/>
                  </a:cubicBezTo>
                  <a:cubicBezTo>
                    <a:pt x="3625" y="503"/>
                    <a:pt x="3485" y="1479"/>
                    <a:pt x="3485" y="2315"/>
                  </a:cubicBezTo>
                  <a:cubicBezTo>
                    <a:pt x="3457" y="1757"/>
                    <a:pt x="2872" y="1367"/>
                    <a:pt x="2314" y="1367"/>
                  </a:cubicBezTo>
                  <a:cubicBezTo>
                    <a:pt x="1757" y="1423"/>
                    <a:pt x="1255" y="1757"/>
                    <a:pt x="976" y="2203"/>
                  </a:cubicBezTo>
                  <a:cubicBezTo>
                    <a:pt x="670" y="2677"/>
                    <a:pt x="530" y="3235"/>
                    <a:pt x="419" y="3737"/>
                  </a:cubicBezTo>
                  <a:cubicBezTo>
                    <a:pt x="224" y="4768"/>
                    <a:pt x="112" y="5772"/>
                    <a:pt x="1" y="6803"/>
                  </a:cubicBezTo>
                  <a:cubicBezTo>
                    <a:pt x="419" y="6190"/>
                    <a:pt x="893" y="5632"/>
                    <a:pt x="1367" y="5075"/>
                  </a:cubicBezTo>
                  <a:cubicBezTo>
                    <a:pt x="1673" y="4712"/>
                    <a:pt x="2064" y="4350"/>
                    <a:pt x="2510" y="4266"/>
                  </a:cubicBezTo>
                  <a:cubicBezTo>
                    <a:pt x="2554" y="4260"/>
                    <a:pt x="2599" y="4257"/>
                    <a:pt x="2645" y="4257"/>
                  </a:cubicBezTo>
                  <a:cubicBezTo>
                    <a:pt x="3002" y="4257"/>
                    <a:pt x="3386" y="4447"/>
                    <a:pt x="3485" y="4768"/>
                  </a:cubicBezTo>
                  <a:cubicBezTo>
                    <a:pt x="3457" y="4210"/>
                    <a:pt x="3931" y="3597"/>
                    <a:pt x="4489" y="3569"/>
                  </a:cubicBezTo>
                  <a:cubicBezTo>
                    <a:pt x="4503" y="3569"/>
                    <a:pt x="4518" y="3568"/>
                    <a:pt x="4533" y="3568"/>
                  </a:cubicBezTo>
                  <a:cubicBezTo>
                    <a:pt x="5183" y="3568"/>
                    <a:pt x="5742" y="4169"/>
                    <a:pt x="5687" y="4824"/>
                  </a:cubicBezTo>
                  <a:cubicBezTo>
                    <a:pt x="5966" y="4266"/>
                    <a:pt x="6551" y="3960"/>
                    <a:pt x="7137" y="3820"/>
                  </a:cubicBezTo>
                  <a:cubicBezTo>
                    <a:pt x="7406" y="3760"/>
                    <a:pt x="7659" y="3733"/>
                    <a:pt x="7908" y="3733"/>
                  </a:cubicBezTo>
                  <a:cubicBezTo>
                    <a:pt x="8125" y="3733"/>
                    <a:pt x="8339" y="3754"/>
                    <a:pt x="8558" y="3792"/>
                  </a:cubicBezTo>
                  <a:cubicBezTo>
                    <a:pt x="8475" y="3541"/>
                    <a:pt x="8447" y="3291"/>
                    <a:pt x="8363" y="3040"/>
                  </a:cubicBezTo>
                  <a:cubicBezTo>
                    <a:pt x="8224" y="2426"/>
                    <a:pt x="8057" y="1730"/>
                    <a:pt x="7583" y="1311"/>
                  </a:cubicBezTo>
                  <a:cubicBezTo>
                    <a:pt x="7365" y="1130"/>
                    <a:pt x="7064" y="1033"/>
                    <a:pt x="6776" y="1033"/>
                  </a:cubicBezTo>
                  <a:cubicBezTo>
                    <a:pt x="6425" y="1033"/>
                    <a:pt x="6095" y="1178"/>
                    <a:pt x="5963" y="1494"/>
                  </a:cubicBezTo>
                  <a:lnTo>
                    <a:pt x="5963" y="1494"/>
                  </a:lnTo>
                  <a:cubicBezTo>
                    <a:pt x="6093" y="1088"/>
                    <a:pt x="5976" y="598"/>
                    <a:pt x="5659" y="308"/>
                  </a:cubicBezTo>
                  <a:cubicBezTo>
                    <a:pt x="5435" y="101"/>
                    <a:pt x="5157" y="1"/>
                    <a:pt x="4879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600" bIns="84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613;p30"/>
            <p:cNvSpPr/>
            <p:nvPr/>
          </p:nvSpPr>
          <p:spPr>
            <a:xfrm>
              <a:off x="6357600" y="3069360"/>
              <a:ext cx="123120" cy="15840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4963" h="6382">
                  <a:moveTo>
                    <a:pt x="1378" y="1"/>
                  </a:moveTo>
                  <a:cubicBezTo>
                    <a:pt x="1284" y="1"/>
                    <a:pt x="1187" y="10"/>
                    <a:pt x="1088" y="28"/>
                  </a:cubicBezTo>
                  <a:cubicBezTo>
                    <a:pt x="614" y="84"/>
                    <a:pt x="251" y="335"/>
                    <a:pt x="168" y="836"/>
                  </a:cubicBezTo>
                  <a:cubicBezTo>
                    <a:pt x="1" y="2035"/>
                    <a:pt x="530" y="3485"/>
                    <a:pt x="1199" y="4488"/>
                  </a:cubicBezTo>
                  <a:cubicBezTo>
                    <a:pt x="1673" y="5101"/>
                    <a:pt x="2203" y="5631"/>
                    <a:pt x="2844" y="6021"/>
                  </a:cubicBezTo>
                  <a:cubicBezTo>
                    <a:pt x="3156" y="6212"/>
                    <a:pt x="3565" y="6381"/>
                    <a:pt x="3944" y="6381"/>
                  </a:cubicBezTo>
                  <a:cubicBezTo>
                    <a:pt x="4174" y="6381"/>
                    <a:pt x="4393" y="6319"/>
                    <a:pt x="4572" y="6161"/>
                  </a:cubicBezTo>
                  <a:cubicBezTo>
                    <a:pt x="4962" y="5798"/>
                    <a:pt x="4962" y="5213"/>
                    <a:pt x="4879" y="4683"/>
                  </a:cubicBezTo>
                  <a:cubicBezTo>
                    <a:pt x="4656" y="3262"/>
                    <a:pt x="3987" y="1896"/>
                    <a:pt x="2927" y="836"/>
                  </a:cubicBezTo>
                  <a:cubicBezTo>
                    <a:pt x="2516" y="377"/>
                    <a:pt x="2000" y="1"/>
                    <a:pt x="1378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614;p30"/>
            <p:cNvSpPr/>
            <p:nvPr/>
          </p:nvSpPr>
          <p:spPr>
            <a:xfrm>
              <a:off x="6964200" y="3024360"/>
              <a:ext cx="67680" cy="23364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fill="none" w="2733" h="9395">
                  <a:moveTo>
                    <a:pt x="2203" y="0"/>
                  </a:moveTo>
                  <a:cubicBezTo>
                    <a:pt x="2732" y="3262"/>
                    <a:pt x="1924" y="6718"/>
                    <a:pt x="1" y="9394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615;p30"/>
            <p:cNvSpPr/>
            <p:nvPr/>
          </p:nvSpPr>
          <p:spPr>
            <a:xfrm>
              <a:off x="6913440" y="3301920"/>
              <a:ext cx="30240" cy="241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fill="none" w="1228" h="977">
                  <a:moveTo>
                    <a:pt x="1227" y="0"/>
                  </a:moveTo>
                  <a:cubicBezTo>
                    <a:pt x="809" y="307"/>
                    <a:pt x="447" y="642"/>
                    <a:pt x="1" y="976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616;p30"/>
            <p:cNvSpPr/>
            <p:nvPr/>
          </p:nvSpPr>
          <p:spPr>
            <a:xfrm>
              <a:off x="6531120" y="3330360"/>
              <a:ext cx="98280" cy="5184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fill="none" w="3959" h="2091">
                  <a:moveTo>
                    <a:pt x="0" y="0"/>
                  </a:moveTo>
                  <a:cubicBezTo>
                    <a:pt x="1060" y="1087"/>
                    <a:pt x="2453" y="1812"/>
                    <a:pt x="3959" y="2091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617;p30"/>
            <p:cNvSpPr/>
            <p:nvPr/>
          </p:nvSpPr>
          <p:spPr>
            <a:xfrm>
              <a:off x="6751800" y="2555280"/>
              <a:ext cx="613080" cy="1061280"/>
            </a:xfrm>
            <a:custGeom>
              <a:avLst/>
              <a:gdLst>
                <a:gd name="textAreaLeft" fmla="*/ 0 w 613080"/>
                <a:gd name="textAreaRight" fmla="*/ 613440 w 613080"/>
                <a:gd name="textAreaTop" fmla="*/ 0 h 1061280"/>
                <a:gd name="textAreaBottom" fmla="*/ 1061640 h 1061280"/>
              </a:gdLst>
              <a:ahLst/>
              <a:cxnLst/>
              <a:rect l="textAreaLeft" t="textAreaTop" r="textAreaRight" b="textAreaBottom"/>
              <a:pathLst>
                <a:path w="24643" h="42635">
                  <a:moveTo>
                    <a:pt x="13214" y="1"/>
                  </a:moveTo>
                  <a:cubicBezTo>
                    <a:pt x="13130" y="419"/>
                    <a:pt x="13102" y="642"/>
                    <a:pt x="13019" y="1088"/>
                  </a:cubicBezTo>
                  <a:cubicBezTo>
                    <a:pt x="12823" y="2426"/>
                    <a:pt x="12071" y="3597"/>
                    <a:pt x="10984" y="4293"/>
                  </a:cubicBezTo>
                  <a:cubicBezTo>
                    <a:pt x="8921" y="5631"/>
                    <a:pt x="5604" y="8168"/>
                    <a:pt x="4879" y="12015"/>
                  </a:cubicBezTo>
                  <a:cubicBezTo>
                    <a:pt x="3346" y="20322"/>
                    <a:pt x="1785" y="28628"/>
                    <a:pt x="252" y="36963"/>
                  </a:cubicBezTo>
                  <a:cubicBezTo>
                    <a:pt x="1" y="38357"/>
                    <a:pt x="976" y="39890"/>
                    <a:pt x="2426" y="40252"/>
                  </a:cubicBezTo>
                  <a:cubicBezTo>
                    <a:pt x="5158" y="41005"/>
                    <a:pt x="6468" y="41284"/>
                    <a:pt x="9088" y="41730"/>
                  </a:cubicBezTo>
                  <a:cubicBezTo>
                    <a:pt x="11736" y="42176"/>
                    <a:pt x="13019" y="42343"/>
                    <a:pt x="15722" y="42622"/>
                  </a:cubicBezTo>
                  <a:cubicBezTo>
                    <a:pt x="15809" y="42630"/>
                    <a:pt x="15895" y="42634"/>
                    <a:pt x="15981" y="42634"/>
                  </a:cubicBezTo>
                  <a:cubicBezTo>
                    <a:pt x="17309" y="42634"/>
                    <a:pt x="18555" y="41645"/>
                    <a:pt x="18817" y="40336"/>
                  </a:cubicBezTo>
                  <a:cubicBezTo>
                    <a:pt x="20378" y="32169"/>
                    <a:pt x="22301" y="24085"/>
                    <a:pt x="23890" y="15945"/>
                  </a:cubicBezTo>
                  <a:cubicBezTo>
                    <a:pt x="24643" y="12071"/>
                    <a:pt x="22468" y="8224"/>
                    <a:pt x="20935" y="6189"/>
                  </a:cubicBezTo>
                  <a:cubicBezTo>
                    <a:pt x="20099" y="5074"/>
                    <a:pt x="19792" y="3680"/>
                    <a:pt x="19987" y="2314"/>
                  </a:cubicBezTo>
                  <a:cubicBezTo>
                    <a:pt x="20071" y="1868"/>
                    <a:pt x="20099" y="1645"/>
                    <a:pt x="20182" y="1199"/>
                  </a:cubicBezTo>
                  <a:cubicBezTo>
                    <a:pt x="18789" y="948"/>
                    <a:pt x="18092" y="865"/>
                    <a:pt x="16698" y="614"/>
                  </a:cubicBezTo>
                  <a:cubicBezTo>
                    <a:pt x="15304" y="363"/>
                    <a:pt x="14607" y="251"/>
                    <a:pt x="1321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618;p30"/>
            <p:cNvSpPr/>
            <p:nvPr/>
          </p:nvSpPr>
          <p:spPr>
            <a:xfrm>
              <a:off x="7058160" y="2500200"/>
              <a:ext cx="218880" cy="11628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8810" h="4682">
                  <a:moveTo>
                    <a:pt x="1028" y="1"/>
                  </a:moveTo>
                  <a:cubicBezTo>
                    <a:pt x="748" y="1"/>
                    <a:pt x="469" y="233"/>
                    <a:pt x="419" y="510"/>
                  </a:cubicBezTo>
                  <a:cubicBezTo>
                    <a:pt x="307" y="1179"/>
                    <a:pt x="224" y="1848"/>
                    <a:pt x="84" y="2517"/>
                  </a:cubicBezTo>
                  <a:cubicBezTo>
                    <a:pt x="1" y="2824"/>
                    <a:pt x="224" y="3130"/>
                    <a:pt x="558" y="3214"/>
                  </a:cubicBezTo>
                  <a:cubicBezTo>
                    <a:pt x="2900" y="3688"/>
                    <a:pt x="5269" y="4190"/>
                    <a:pt x="7611" y="4664"/>
                  </a:cubicBezTo>
                  <a:cubicBezTo>
                    <a:pt x="7655" y="4676"/>
                    <a:pt x="7699" y="4681"/>
                    <a:pt x="7743" y="4681"/>
                  </a:cubicBezTo>
                  <a:cubicBezTo>
                    <a:pt x="8008" y="4681"/>
                    <a:pt x="8264" y="4476"/>
                    <a:pt x="8335" y="4190"/>
                  </a:cubicBezTo>
                  <a:cubicBezTo>
                    <a:pt x="8475" y="3409"/>
                    <a:pt x="8614" y="2712"/>
                    <a:pt x="8754" y="1960"/>
                  </a:cubicBezTo>
                  <a:cubicBezTo>
                    <a:pt x="8809" y="1597"/>
                    <a:pt x="8614" y="1291"/>
                    <a:pt x="8252" y="1207"/>
                  </a:cubicBezTo>
                  <a:lnTo>
                    <a:pt x="1116" y="8"/>
                  </a:lnTo>
                  <a:cubicBezTo>
                    <a:pt x="1087" y="3"/>
                    <a:pt x="1058" y="1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619;p30"/>
            <p:cNvSpPr/>
            <p:nvPr/>
          </p:nvSpPr>
          <p:spPr>
            <a:xfrm>
              <a:off x="6784560" y="2840040"/>
              <a:ext cx="518760" cy="745200"/>
            </a:xfrm>
            <a:custGeom>
              <a:avLst/>
              <a:gdLst>
                <a:gd name="textAreaLeft" fmla="*/ 0 w 518760"/>
                <a:gd name="textAreaRight" fmla="*/ 519120 w 51876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20852" h="29940">
                  <a:moveTo>
                    <a:pt x="8120" y="1"/>
                  </a:moveTo>
                  <a:cubicBezTo>
                    <a:pt x="6965" y="1"/>
                    <a:pt x="5866" y="328"/>
                    <a:pt x="4768" y="718"/>
                  </a:cubicBezTo>
                  <a:lnTo>
                    <a:pt x="4768" y="774"/>
                  </a:lnTo>
                  <a:lnTo>
                    <a:pt x="3987" y="5039"/>
                  </a:lnTo>
                  <a:cubicBezTo>
                    <a:pt x="2677" y="11924"/>
                    <a:pt x="1395" y="18837"/>
                    <a:pt x="140" y="25722"/>
                  </a:cubicBezTo>
                  <a:cubicBezTo>
                    <a:pt x="1" y="26475"/>
                    <a:pt x="642" y="27367"/>
                    <a:pt x="1450" y="27562"/>
                  </a:cubicBezTo>
                  <a:cubicBezTo>
                    <a:pt x="3876" y="28231"/>
                    <a:pt x="5130" y="28510"/>
                    <a:pt x="7276" y="28900"/>
                  </a:cubicBezTo>
                  <a:lnTo>
                    <a:pt x="7973" y="29039"/>
                  </a:lnTo>
                  <a:cubicBezTo>
                    <a:pt x="10649" y="29513"/>
                    <a:pt x="11959" y="29653"/>
                    <a:pt x="14496" y="29931"/>
                  </a:cubicBezTo>
                  <a:cubicBezTo>
                    <a:pt x="14546" y="29937"/>
                    <a:pt x="14596" y="29939"/>
                    <a:pt x="14646" y="29939"/>
                  </a:cubicBezTo>
                  <a:cubicBezTo>
                    <a:pt x="15381" y="29939"/>
                    <a:pt x="16122" y="29380"/>
                    <a:pt x="16252" y="28649"/>
                  </a:cubicBezTo>
                  <a:cubicBezTo>
                    <a:pt x="17033" y="24468"/>
                    <a:pt x="17953" y="20259"/>
                    <a:pt x="18817" y="16189"/>
                  </a:cubicBezTo>
                  <a:cubicBezTo>
                    <a:pt x="19486" y="13039"/>
                    <a:pt x="20183" y="9806"/>
                    <a:pt x="20852" y="6600"/>
                  </a:cubicBezTo>
                  <a:cubicBezTo>
                    <a:pt x="19737" y="6377"/>
                    <a:pt x="18649" y="6015"/>
                    <a:pt x="17646" y="5401"/>
                  </a:cubicBezTo>
                  <a:cubicBezTo>
                    <a:pt x="16113" y="4537"/>
                    <a:pt x="14831" y="3283"/>
                    <a:pt x="13381" y="2168"/>
                  </a:cubicBezTo>
                  <a:cubicBezTo>
                    <a:pt x="11987" y="1081"/>
                    <a:pt x="10398" y="105"/>
                    <a:pt x="8614" y="21"/>
                  </a:cubicBezTo>
                  <a:cubicBezTo>
                    <a:pt x="8448" y="8"/>
                    <a:pt x="8284" y="1"/>
                    <a:pt x="812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620;p30"/>
            <p:cNvSpPr/>
            <p:nvPr/>
          </p:nvSpPr>
          <p:spPr>
            <a:xfrm>
              <a:off x="6925320" y="3012120"/>
              <a:ext cx="88560" cy="936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93600"/>
                <a:gd name="textAreaBottom" fmla="*/ 93960 h 93600"/>
              </a:gdLst>
              <a:ahLst/>
              <a:cxnLst/>
              <a:rect l="textAreaLeft" t="textAreaTop" r="textAreaRight" b="textAreaBottom"/>
              <a:pathLst>
                <a:path w="3569" h="3769">
                  <a:moveTo>
                    <a:pt x="2316" y="1"/>
                  </a:moveTo>
                  <a:cubicBezTo>
                    <a:pt x="1762" y="1"/>
                    <a:pt x="1153" y="456"/>
                    <a:pt x="809" y="778"/>
                  </a:cubicBezTo>
                  <a:cubicBezTo>
                    <a:pt x="335" y="1196"/>
                    <a:pt x="1" y="1754"/>
                    <a:pt x="56" y="2367"/>
                  </a:cubicBezTo>
                  <a:cubicBezTo>
                    <a:pt x="135" y="3154"/>
                    <a:pt x="880" y="3768"/>
                    <a:pt x="1665" y="3768"/>
                  </a:cubicBezTo>
                  <a:cubicBezTo>
                    <a:pt x="1714" y="3768"/>
                    <a:pt x="1763" y="3766"/>
                    <a:pt x="1812" y="3761"/>
                  </a:cubicBezTo>
                  <a:cubicBezTo>
                    <a:pt x="2649" y="3677"/>
                    <a:pt x="3346" y="2980"/>
                    <a:pt x="3485" y="2172"/>
                  </a:cubicBezTo>
                  <a:cubicBezTo>
                    <a:pt x="3569" y="1503"/>
                    <a:pt x="3346" y="527"/>
                    <a:pt x="2788" y="137"/>
                  </a:cubicBezTo>
                  <a:cubicBezTo>
                    <a:pt x="2641" y="41"/>
                    <a:pt x="2481" y="1"/>
                    <a:pt x="231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0" bIns="46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621;p30"/>
            <p:cNvSpPr/>
            <p:nvPr/>
          </p:nvSpPr>
          <p:spPr>
            <a:xfrm>
              <a:off x="7030800" y="2956680"/>
              <a:ext cx="69120" cy="363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787" h="1468">
                  <a:moveTo>
                    <a:pt x="1344" y="0"/>
                  </a:moveTo>
                  <a:cubicBezTo>
                    <a:pt x="796" y="0"/>
                    <a:pt x="1" y="138"/>
                    <a:pt x="249" y="771"/>
                  </a:cubicBezTo>
                  <a:cubicBezTo>
                    <a:pt x="361" y="1078"/>
                    <a:pt x="640" y="1329"/>
                    <a:pt x="946" y="1412"/>
                  </a:cubicBezTo>
                  <a:cubicBezTo>
                    <a:pt x="1058" y="1468"/>
                    <a:pt x="1169" y="1468"/>
                    <a:pt x="1253" y="1468"/>
                  </a:cubicBezTo>
                  <a:cubicBezTo>
                    <a:pt x="2201" y="1468"/>
                    <a:pt x="2786" y="269"/>
                    <a:pt x="1671" y="18"/>
                  </a:cubicBezTo>
                  <a:cubicBezTo>
                    <a:pt x="1587" y="8"/>
                    <a:pt x="1472" y="0"/>
                    <a:pt x="1344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622;p30"/>
            <p:cNvSpPr/>
            <p:nvPr/>
          </p:nvSpPr>
          <p:spPr>
            <a:xfrm>
              <a:off x="7063560" y="3239640"/>
              <a:ext cx="105480" cy="878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4254" h="3537">
                  <a:moveTo>
                    <a:pt x="1472" y="0"/>
                  </a:moveTo>
                  <a:cubicBezTo>
                    <a:pt x="739" y="0"/>
                    <a:pt x="62" y="323"/>
                    <a:pt x="29" y="1166"/>
                  </a:cubicBezTo>
                  <a:cubicBezTo>
                    <a:pt x="1" y="2170"/>
                    <a:pt x="753" y="3118"/>
                    <a:pt x="1645" y="3424"/>
                  </a:cubicBezTo>
                  <a:cubicBezTo>
                    <a:pt x="1883" y="3501"/>
                    <a:pt x="2103" y="3537"/>
                    <a:pt x="2302" y="3537"/>
                  </a:cubicBezTo>
                  <a:cubicBezTo>
                    <a:pt x="3906" y="3537"/>
                    <a:pt x="4254" y="1275"/>
                    <a:pt x="2816" y="358"/>
                  </a:cubicBezTo>
                  <a:cubicBezTo>
                    <a:pt x="2453" y="138"/>
                    <a:pt x="1950" y="0"/>
                    <a:pt x="1472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623;p30"/>
            <p:cNvSpPr/>
            <p:nvPr/>
          </p:nvSpPr>
          <p:spPr>
            <a:xfrm>
              <a:off x="7116840" y="3164040"/>
              <a:ext cx="57960" cy="5544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2342" h="2243">
                  <a:moveTo>
                    <a:pt x="1023" y="0"/>
                  </a:moveTo>
                  <a:cubicBezTo>
                    <a:pt x="749" y="0"/>
                    <a:pt x="480" y="95"/>
                    <a:pt x="279" y="307"/>
                  </a:cubicBezTo>
                  <a:cubicBezTo>
                    <a:pt x="84" y="558"/>
                    <a:pt x="0" y="892"/>
                    <a:pt x="84" y="1227"/>
                  </a:cubicBezTo>
                  <a:cubicBezTo>
                    <a:pt x="140" y="1533"/>
                    <a:pt x="335" y="1812"/>
                    <a:pt x="641" y="1979"/>
                  </a:cubicBezTo>
                  <a:cubicBezTo>
                    <a:pt x="830" y="2121"/>
                    <a:pt x="1099" y="2243"/>
                    <a:pt x="1363" y="2243"/>
                  </a:cubicBezTo>
                  <a:cubicBezTo>
                    <a:pt x="1411" y="2243"/>
                    <a:pt x="1459" y="2239"/>
                    <a:pt x="1505" y="2230"/>
                  </a:cubicBezTo>
                  <a:cubicBezTo>
                    <a:pt x="1701" y="2202"/>
                    <a:pt x="1896" y="2063"/>
                    <a:pt x="2035" y="1868"/>
                  </a:cubicBezTo>
                  <a:cubicBezTo>
                    <a:pt x="2258" y="1533"/>
                    <a:pt x="2342" y="1032"/>
                    <a:pt x="2119" y="669"/>
                  </a:cubicBezTo>
                  <a:cubicBezTo>
                    <a:pt x="1928" y="254"/>
                    <a:pt x="1470" y="0"/>
                    <a:pt x="1023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624;p30"/>
            <p:cNvSpPr/>
            <p:nvPr/>
          </p:nvSpPr>
          <p:spPr>
            <a:xfrm>
              <a:off x="6933600" y="3218760"/>
              <a:ext cx="84600" cy="67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16" h="2723">
                  <a:moveTo>
                    <a:pt x="1551" y="1"/>
                  </a:moveTo>
                  <a:cubicBezTo>
                    <a:pt x="854" y="1"/>
                    <a:pt x="190" y="467"/>
                    <a:pt x="112" y="1247"/>
                  </a:cubicBezTo>
                  <a:cubicBezTo>
                    <a:pt x="0" y="2167"/>
                    <a:pt x="892" y="2557"/>
                    <a:pt x="1645" y="2696"/>
                  </a:cubicBezTo>
                  <a:cubicBezTo>
                    <a:pt x="1737" y="2714"/>
                    <a:pt x="1825" y="2723"/>
                    <a:pt x="1909" y="2723"/>
                  </a:cubicBezTo>
                  <a:cubicBezTo>
                    <a:pt x="3114" y="2723"/>
                    <a:pt x="3416" y="949"/>
                    <a:pt x="2425" y="271"/>
                  </a:cubicBezTo>
                  <a:cubicBezTo>
                    <a:pt x="2157" y="87"/>
                    <a:pt x="1851" y="1"/>
                    <a:pt x="1551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625;p30"/>
            <p:cNvSpPr/>
            <p:nvPr/>
          </p:nvSpPr>
          <p:spPr>
            <a:xfrm>
              <a:off x="7144200" y="3045960"/>
              <a:ext cx="48600" cy="4968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969" h="2009">
                  <a:moveTo>
                    <a:pt x="1112" y="0"/>
                  </a:moveTo>
                  <a:cubicBezTo>
                    <a:pt x="554" y="0"/>
                    <a:pt x="1" y="730"/>
                    <a:pt x="101" y="1256"/>
                  </a:cubicBezTo>
                  <a:cubicBezTo>
                    <a:pt x="129" y="1590"/>
                    <a:pt x="407" y="1869"/>
                    <a:pt x="714" y="1981"/>
                  </a:cubicBezTo>
                  <a:cubicBezTo>
                    <a:pt x="777" y="1999"/>
                    <a:pt x="841" y="2008"/>
                    <a:pt x="905" y="2008"/>
                  </a:cubicBezTo>
                  <a:cubicBezTo>
                    <a:pt x="1127" y="2008"/>
                    <a:pt x="1350" y="1902"/>
                    <a:pt x="1522" y="1730"/>
                  </a:cubicBezTo>
                  <a:cubicBezTo>
                    <a:pt x="1941" y="1312"/>
                    <a:pt x="1968" y="280"/>
                    <a:pt x="1299" y="29"/>
                  </a:cubicBezTo>
                  <a:cubicBezTo>
                    <a:pt x="1238" y="10"/>
                    <a:pt x="1175" y="0"/>
                    <a:pt x="1112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626;p30"/>
            <p:cNvSpPr/>
            <p:nvPr/>
          </p:nvSpPr>
          <p:spPr>
            <a:xfrm>
              <a:off x="7011360" y="3330360"/>
              <a:ext cx="50400" cy="43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2045" h="1753">
                  <a:moveTo>
                    <a:pt x="685" y="1"/>
                  </a:moveTo>
                  <a:cubicBezTo>
                    <a:pt x="28" y="1"/>
                    <a:pt x="0" y="1055"/>
                    <a:pt x="456" y="1512"/>
                  </a:cubicBezTo>
                  <a:cubicBezTo>
                    <a:pt x="627" y="1668"/>
                    <a:pt x="856" y="1752"/>
                    <a:pt x="1073" y="1752"/>
                  </a:cubicBezTo>
                  <a:cubicBezTo>
                    <a:pt x="1280" y="1752"/>
                    <a:pt x="1476" y="1675"/>
                    <a:pt x="1599" y="1512"/>
                  </a:cubicBezTo>
                  <a:cubicBezTo>
                    <a:pt x="2045" y="982"/>
                    <a:pt x="1460" y="174"/>
                    <a:pt x="902" y="34"/>
                  </a:cubicBezTo>
                  <a:cubicBezTo>
                    <a:pt x="823" y="11"/>
                    <a:pt x="751" y="1"/>
                    <a:pt x="685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627;p30"/>
            <p:cNvSpPr/>
            <p:nvPr/>
          </p:nvSpPr>
          <p:spPr>
            <a:xfrm>
              <a:off x="6899760" y="3425760"/>
              <a:ext cx="82800" cy="3960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343" h="1611">
                  <a:moveTo>
                    <a:pt x="1204" y="1"/>
                  </a:moveTo>
                  <a:cubicBezTo>
                    <a:pt x="521" y="1"/>
                    <a:pt x="1" y="319"/>
                    <a:pt x="641" y="1102"/>
                  </a:cubicBezTo>
                  <a:cubicBezTo>
                    <a:pt x="864" y="1353"/>
                    <a:pt x="1143" y="1492"/>
                    <a:pt x="1450" y="1576"/>
                  </a:cubicBezTo>
                  <a:cubicBezTo>
                    <a:pt x="1505" y="1576"/>
                    <a:pt x="1589" y="1604"/>
                    <a:pt x="1617" y="1604"/>
                  </a:cubicBezTo>
                  <a:cubicBezTo>
                    <a:pt x="1661" y="1608"/>
                    <a:pt x="1705" y="1611"/>
                    <a:pt x="1749" y="1611"/>
                  </a:cubicBezTo>
                  <a:cubicBezTo>
                    <a:pt x="1983" y="1611"/>
                    <a:pt x="2210" y="1545"/>
                    <a:pt x="2397" y="1381"/>
                  </a:cubicBezTo>
                  <a:cubicBezTo>
                    <a:pt x="3342" y="580"/>
                    <a:pt x="2126" y="1"/>
                    <a:pt x="1204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628;p30"/>
            <p:cNvSpPr/>
            <p:nvPr/>
          </p:nvSpPr>
          <p:spPr>
            <a:xfrm>
              <a:off x="7080480" y="3459600"/>
              <a:ext cx="52560" cy="3384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126" h="1370">
                  <a:moveTo>
                    <a:pt x="1138" y="0"/>
                  </a:moveTo>
                  <a:cubicBezTo>
                    <a:pt x="369" y="0"/>
                    <a:pt x="1" y="1233"/>
                    <a:pt x="880" y="1362"/>
                  </a:cubicBezTo>
                  <a:cubicBezTo>
                    <a:pt x="909" y="1367"/>
                    <a:pt x="938" y="1369"/>
                    <a:pt x="966" y="1369"/>
                  </a:cubicBezTo>
                  <a:cubicBezTo>
                    <a:pt x="1599" y="1369"/>
                    <a:pt x="2126" y="237"/>
                    <a:pt x="1326" y="24"/>
                  </a:cubicBezTo>
                  <a:cubicBezTo>
                    <a:pt x="1261" y="8"/>
                    <a:pt x="1199" y="0"/>
                    <a:pt x="1138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629;p30"/>
            <p:cNvSpPr/>
            <p:nvPr/>
          </p:nvSpPr>
          <p:spPr>
            <a:xfrm>
              <a:off x="6914880" y="2696760"/>
              <a:ext cx="192600" cy="237240"/>
            </a:xfrm>
            <a:custGeom>
              <a:avLst/>
              <a:gdLst>
                <a:gd name="textAreaLeft" fmla="*/ 0 w 192600"/>
                <a:gd name="textAreaRight" fmla="*/ 192960 w 192600"/>
                <a:gd name="textAreaTop" fmla="*/ 0 h 237240"/>
                <a:gd name="textAreaBottom" fmla="*/ 237600 h 237240"/>
              </a:gdLst>
              <a:ahLst/>
              <a:cxnLst/>
              <a:rect l="textAreaLeft" t="textAreaTop" r="textAreaRight" b="textAreaBottom"/>
              <a:pathLst>
                <a:path w="7750" h="9538">
                  <a:moveTo>
                    <a:pt x="6063" y="1"/>
                  </a:moveTo>
                  <a:cubicBezTo>
                    <a:pt x="5580" y="1"/>
                    <a:pt x="5060" y="148"/>
                    <a:pt x="4600" y="361"/>
                  </a:cubicBezTo>
                  <a:cubicBezTo>
                    <a:pt x="3931" y="667"/>
                    <a:pt x="3345" y="1113"/>
                    <a:pt x="2816" y="1615"/>
                  </a:cubicBezTo>
                  <a:cubicBezTo>
                    <a:pt x="1701" y="2730"/>
                    <a:pt x="837" y="4096"/>
                    <a:pt x="335" y="5573"/>
                  </a:cubicBezTo>
                  <a:cubicBezTo>
                    <a:pt x="140" y="6270"/>
                    <a:pt x="0" y="7051"/>
                    <a:pt x="84" y="7747"/>
                  </a:cubicBezTo>
                  <a:cubicBezTo>
                    <a:pt x="223" y="8472"/>
                    <a:pt x="697" y="9169"/>
                    <a:pt x="1394" y="9420"/>
                  </a:cubicBezTo>
                  <a:cubicBezTo>
                    <a:pt x="1616" y="9501"/>
                    <a:pt x="1845" y="9538"/>
                    <a:pt x="2077" y="9538"/>
                  </a:cubicBezTo>
                  <a:cubicBezTo>
                    <a:pt x="2719" y="9538"/>
                    <a:pt x="3378" y="9259"/>
                    <a:pt x="3931" y="8890"/>
                  </a:cubicBezTo>
                  <a:cubicBezTo>
                    <a:pt x="6133" y="7497"/>
                    <a:pt x="7583" y="4960"/>
                    <a:pt x="7722" y="2340"/>
                  </a:cubicBezTo>
                  <a:cubicBezTo>
                    <a:pt x="7750" y="1894"/>
                    <a:pt x="7722" y="1448"/>
                    <a:pt x="7583" y="1030"/>
                  </a:cubicBezTo>
                  <a:cubicBezTo>
                    <a:pt x="7309" y="274"/>
                    <a:pt x="6721" y="1"/>
                    <a:pt x="606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630;p30"/>
            <p:cNvSpPr/>
            <p:nvPr/>
          </p:nvSpPr>
          <p:spPr>
            <a:xfrm>
              <a:off x="7085160" y="2522520"/>
              <a:ext cx="5760" cy="280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fill="none" w="252" h="1144">
                  <a:moveTo>
                    <a:pt x="252" y="0"/>
                  </a:moveTo>
                  <a:cubicBezTo>
                    <a:pt x="168" y="391"/>
                    <a:pt x="57" y="781"/>
                    <a:pt x="1" y="1143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631;p30"/>
            <p:cNvSpPr/>
            <p:nvPr/>
          </p:nvSpPr>
          <p:spPr>
            <a:xfrm>
              <a:off x="7108560" y="2528640"/>
              <a:ext cx="6480" cy="3024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fill="none" w="280" h="1227">
                  <a:moveTo>
                    <a:pt x="279" y="0"/>
                  </a:moveTo>
                  <a:cubicBezTo>
                    <a:pt x="168" y="418"/>
                    <a:pt x="84" y="781"/>
                    <a:pt x="1" y="1227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632;p30"/>
            <p:cNvSpPr/>
            <p:nvPr/>
          </p:nvSpPr>
          <p:spPr>
            <a:xfrm>
              <a:off x="7138440" y="2530080"/>
              <a:ext cx="6480" cy="3420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fill="none" w="280" h="1394">
                  <a:moveTo>
                    <a:pt x="279" y="0"/>
                  </a:moveTo>
                  <a:cubicBezTo>
                    <a:pt x="195" y="474"/>
                    <a:pt x="84" y="920"/>
                    <a:pt x="0" y="1394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633;p30"/>
            <p:cNvSpPr/>
            <p:nvPr/>
          </p:nvSpPr>
          <p:spPr>
            <a:xfrm>
              <a:off x="7166160" y="2536920"/>
              <a:ext cx="5760" cy="370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fill="none" w="252" h="1507">
                  <a:moveTo>
                    <a:pt x="251" y="1"/>
                  </a:moveTo>
                  <a:cubicBezTo>
                    <a:pt x="195" y="503"/>
                    <a:pt x="84" y="1004"/>
                    <a:pt x="0" y="1506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634;p30"/>
            <p:cNvSpPr/>
            <p:nvPr/>
          </p:nvSpPr>
          <p:spPr>
            <a:xfrm>
              <a:off x="7196040" y="2536560"/>
              <a:ext cx="9360" cy="3996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fill="none" w="392" h="1618">
                  <a:moveTo>
                    <a:pt x="391" y="1"/>
                  </a:moveTo>
                  <a:cubicBezTo>
                    <a:pt x="252" y="531"/>
                    <a:pt x="140" y="1032"/>
                    <a:pt x="1" y="1618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635;p30"/>
            <p:cNvSpPr/>
            <p:nvPr/>
          </p:nvSpPr>
          <p:spPr>
            <a:xfrm>
              <a:off x="7234200" y="2544120"/>
              <a:ext cx="3240" cy="4284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fill="none" w="140" h="1729">
                  <a:moveTo>
                    <a:pt x="139" y="1"/>
                  </a:moveTo>
                  <a:cubicBezTo>
                    <a:pt x="112" y="558"/>
                    <a:pt x="28" y="1171"/>
                    <a:pt x="0" y="1729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636;p30"/>
            <p:cNvSpPr/>
            <p:nvPr/>
          </p:nvSpPr>
          <p:spPr>
            <a:xfrm>
              <a:off x="7241760" y="2729520"/>
              <a:ext cx="72720" cy="1857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85760"/>
                <a:gd name="textAreaBottom" fmla="*/ 186120 h 185760"/>
              </a:gdLst>
              <a:ahLst/>
              <a:cxnLst/>
              <a:rect l="textAreaLeft" t="textAreaTop" r="textAreaRight" b="textAreaBottom"/>
              <a:pathLst>
                <a:path fill="none" w="2928" h="7471">
                  <a:moveTo>
                    <a:pt x="1" y="0"/>
                  </a:moveTo>
                  <a:cubicBezTo>
                    <a:pt x="1840" y="2007"/>
                    <a:pt x="2928" y="4711"/>
                    <a:pt x="2928" y="7471"/>
                  </a:cubicBezTo>
                </a:path>
              </a:pathLst>
            </a:custGeom>
            <a:solidFill>
              <a:schemeClr val="lt1"/>
            </a:solidFill>
            <a:ln cap="rnd" w="6275">
              <a:solidFill>
                <a:srgbClr val="fbf7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637;p30"/>
            <p:cNvSpPr/>
            <p:nvPr/>
          </p:nvSpPr>
          <p:spPr>
            <a:xfrm>
              <a:off x="7313400" y="2941920"/>
              <a:ext cx="1800" cy="219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fill="none" w="85" h="893">
                  <a:moveTo>
                    <a:pt x="85" y="0"/>
                  </a:moveTo>
                  <a:cubicBezTo>
                    <a:pt x="57" y="307"/>
                    <a:pt x="29" y="586"/>
                    <a:pt x="1" y="892"/>
                  </a:cubicBezTo>
                </a:path>
              </a:pathLst>
            </a:custGeom>
            <a:noFill/>
            <a:ln cap="rnd" w="6275">
              <a:solidFill>
                <a:srgbClr val="f9f8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638;p30"/>
            <p:cNvSpPr/>
            <p:nvPr/>
          </p:nvSpPr>
          <p:spPr>
            <a:xfrm>
              <a:off x="6926040" y="3530880"/>
              <a:ext cx="167040" cy="3168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fill="none" w="6719" h="1283">
                  <a:moveTo>
                    <a:pt x="0" y="0"/>
                  </a:moveTo>
                  <a:cubicBezTo>
                    <a:pt x="2203" y="586"/>
                    <a:pt x="4460" y="1004"/>
                    <a:pt x="6718" y="1282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639;p30"/>
            <p:cNvSpPr/>
            <p:nvPr/>
          </p:nvSpPr>
          <p:spPr>
            <a:xfrm>
              <a:off x="7121880" y="3552480"/>
              <a:ext cx="21960" cy="18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fill="none" w="893" h="84">
                  <a:moveTo>
                    <a:pt x="0" y="84"/>
                  </a:moveTo>
                  <a:cubicBezTo>
                    <a:pt x="279" y="56"/>
                    <a:pt x="614" y="28"/>
                    <a:pt x="892" y="0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640;p30"/>
            <p:cNvSpPr/>
            <p:nvPr/>
          </p:nvSpPr>
          <p:spPr>
            <a:xfrm>
              <a:off x="7416000" y="2843280"/>
              <a:ext cx="247320" cy="128520"/>
            </a:xfrm>
            <a:custGeom>
              <a:avLst/>
              <a:gdLst>
                <a:gd name="textAreaLeft" fmla="*/ 0 w 247320"/>
                <a:gd name="textAreaRight" fmla="*/ 247680 w 24732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9952" h="5183">
                  <a:moveTo>
                    <a:pt x="6909" y="0"/>
                  </a:moveTo>
                  <a:cubicBezTo>
                    <a:pt x="6261" y="0"/>
                    <a:pt x="5607" y="108"/>
                    <a:pt x="4990" y="303"/>
                  </a:cubicBezTo>
                  <a:cubicBezTo>
                    <a:pt x="3596" y="722"/>
                    <a:pt x="1589" y="1641"/>
                    <a:pt x="837" y="3007"/>
                  </a:cubicBezTo>
                  <a:cubicBezTo>
                    <a:pt x="0" y="4513"/>
                    <a:pt x="2314" y="5182"/>
                    <a:pt x="3401" y="5182"/>
                  </a:cubicBezTo>
                  <a:cubicBezTo>
                    <a:pt x="3433" y="5182"/>
                    <a:pt x="3464" y="5183"/>
                    <a:pt x="3495" y="5183"/>
                  </a:cubicBezTo>
                  <a:cubicBezTo>
                    <a:pt x="4773" y="5183"/>
                    <a:pt x="6020" y="4633"/>
                    <a:pt x="7081" y="3844"/>
                  </a:cubicBezTo>
                  <a:cubicBezTo>
                    <a:pt x="8168" y="3035"/>
                    <a:pt x="9060" y="2060"/>
                    <a:pt x="9952" y="1056"/>
                  </a:cubicBezTo>
                  <a:cubicBezTo>
                    <a:pt x="9107" y="317"/>
                    <a:pt x="8018" y="0"/>
                    <a:pt x="690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641;p30"/>
            <p:cNvSpPr/>
            <p:nvPr/>
          </p:nvSpPr>
          <p:spPr>
            <a:xfrm>
              <a:off x="7447320" y="2876400"/>
              <a:ext cx="157320" cy="82080"/>
            </a:xfrm>
            <a:custGeom>
              <a:avLst/>
              <a:gdLst>
                <a:gd name="textAreaLeft" fmla="*/ 0 w 157320"/>
                <a:gd name="textAreaRight" fmla="*/ 157680 w 15732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fill="none" w="6329" h="3318">
                  <a:moveTo>
                    <a:pt x="1" y="3318"/>
                  </a:moveTo>
                  <a:cubicBezTo>
                    <a:pt x="2091" y="2203"/>
                    <a:pt x="4182" y="1116"/>
                    <a:pt x="6329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642;p30"/>
            <p:cNvSpPr/>
            <p:nvPr/>
          </p:nvSpPr>
          <p:spPr>
            <a:xfrm>
              <a:off x="7404480" y="2764800"/>
              <a:ext cx="137160" cy="19764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fill="none" w="5520" h="7946">
                  <a:moveTo>
                    <a:pt x="1" y="7945"/>
                  </a:moveTo>
                  <a:cubicBezTo>
                    <a:pt x="1143" y="4879"/>
                    <a:pt x="3067" y="2119"/>
                    <a:pt x="5520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643;p30"/>
            <p:cNvSpPr/>
            <p:nvPr/>
          </p:nvSpPr>
          <p:spPr>
            <a:xfrm>
              <a:off x="7032960" y="2880360"/>
              <a:ext cx="571680" cy="55692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22970" h="22375">
                  <a:moveTo>
                    <a:pt x="11003" y="1"/>
                  </a:moveTo>
                  <a:cubicBezTo>
                    <a:pt x="9420" y="1"/>
                    <a:pt x="7845" y="323"/>
                    <a:pt x="6439" y="996"/>
                  </a:cubicBezTo>
                  <a:cubicBezTo>
                    <a:pt x="2621" y="2808"/>
                    <a:pt x="0" y="6961"/>
                    <a:pt x="28" y="11226"/>
                  </a:cubicBezTo>
                  <a:cubicBezTo>
                    <a:pt x="56" y="16104"/>
                    <a:pt x="3652" y="20731"/>
                    <a:pt x="8363" y="22014"/>
                  </a:cubicBezTo>
                  <a:cubicBezTo>
                    <a:pt x="9260" y="22258"/>
                    <a:pt x="10184" y="22375"/>
                    <a:pt x="11108" y="22375"/>
                  </a:cubicBezTo>
                  <a:cubicBezTo>
                    <a:pt x="15036" y="22375"/>
                    <a:pt x="18977" y="20264"/>
                    <a:pt x="20962" y="16857"/>
                  </a:cubicBezTo>
                  <a:cubicBezTo>
                    <a:pt x="22970" y="13456"/>
                    <a:pt x="22774" y="9303"/>
                    <a:pt x="21102" y="5818"/>
                  </a:cubicBezTo>
                  <a:cubicBezTo>
                    <a:pt x="19513" y="2417"/>
                    <a:pt x="16614" y="745"/>
                    <a:pt x="12934" y="159"/>
                  </a:cubicBezTo>
                  <a:cubicBezTo>
                    <a:pt x="12296" y="54"/>
                    <a:pt x="11649" y="1"/>
                    <a:pt x="1100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644;p30"/>
            <p:cNvSpPr/>
            <p:nvPr/>
          </p:nvSpPr>
          <p:spPr>
            <a:xfrm>
              <a:off x="7436160" y="3084120"/>
              <a:ext cx="123120" cy="25920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259200"/>
                <a:gd name="textAreaBottom" fmla="*/ 259560 h 259200"/>
              </a:gdLst>
              <a:ahLst/>
              <a:cxnLst/>
              <a:rect l="textAreaLeft" t="textAreaTop" r="textAreaRight" b="textAreaBottom"/>
              <a:pathLst>
                <a:path fill="none" w="4963" h="10426">
                  <a:moveTo>
                    <a:pt x="4433" y="1"/>
                  </a:moveTo>
                  <a:cubicBezTo>
                    <a:pt x="4963" y="1952"/>
                    <a:pt x="4823" y="4098"/>
                    <a:pt x="4015" y="5966"/>
                  </a:cubicBezTo>
                  <a:cubicBezTo>
                    <a:pt x="3206" y="7834"/>
                    <a:pt x="1785" y="9395"/>
                    <a:pt x="1" y="10426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645;p30"/>
            <p:cNvSpPr/>
            <p:nvPr/>
          </p:nvSpPr>
          <p:spPr>
            <a:xfrm>
              <a:off x="7367400" y="3364560"/>
              <a:ext cx="37800" cy="154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fill="none" w="1534" h="642">
                  <a:moveTo>
                    <a:pt x="1533" y="0"/>
                  </a:moveTo>
                  <a:cubicBezTo>
                    <a:pt x="1032" y="195"/>
                    <a:pt x="530" y="446"/>
                    <a:pt x="0" y="641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646;p30"/>
            <p:cNvSpPr/>
            <p:nvPr/>
          </p:nvSpPr>
          <p:spPr>
            <a:xfrm>
              <a:off x="7096320" y="3215160"/>
              <a:ext cx="92160" cy="14400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fill="none" w="3709" h="5800">
                  <a:moveTo>
                    <a:pt x="1" y="1"/>
                  </a:moveTo>
                  <a:cubicBezTo>
                    <a:pt x="140" y="2398"/>
                    <a:pt x="1618" y="4656"/>
                    <a:pt x="3708" y="5799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647;p30"/>
            <p:cNvSpPr/>
            <p:nvPr/>
          </p:nvSpPr>
          <p:spPr>
            <a:xfrm>
              <a:off x="7112880" y="2920680"/>
              <a:ext cx="263880" cy="22860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28600"/>
                <a:gd name="textAreaBottom" fmla="*/ 228960 h 228600"/>
              </a:gdLst>
              <a:ahLst/>
              <a:cxnLst/>
              <a:rect l="textAreaLeft" t="textAreaTop" r="textAreaRight" b="textAreaBottom"/>
              <a:pathLst>
                <a:path w="10606" h="9190">
                  <a:moveTo>
                    <a:pt x="7985" y="0"/>
                  </a:moveTo>
                  <a:cubicBezTo>
                    <a:pt x="6754" y="0"/>
                    <a:pt x="5366" y="379"/>
                    <a:pt x="4600" y="704"/>
                  </a:cubicBezTo>
                  <a:cubicBezTo>
                    <a:pt x="3039" y="1401"/>
                    <a:pt x="1673" y="2571"/>
                    <a:pt x="809" y="4077"/>
                  </a:cubicBezTo>
                  <a:cubicBezTo>
                    <a:pt x="335" y="4885"/>
                    <a:pt x="1" y="5833"/>
                    <a:pt x="57" y="6753"/>
                  </a:cubicBezTo>
                  <a:cubicBezTo>
                    <a:pt x="140" y="7700"/>
                    <a:pt x="670" y="8648"/>
                    <a:pt x="1534" y="8983"/>
                  </a:cubicBezTo>
                  <a:cubicBezTo>
                    <a:pt x="1842" y="9128"/>
                    <a:pt x="2168" y="9190"/>
                    <a:pt x="2499" y="9190"/>
                  </a:cubicBezTo>
                  <a:cubicBezTo>
                    <a:pt x="3247" y="9190"/>
                    <a:pt x="4018" y="8876"/>
                    <a:pt x="4656" y="8509"/>
                  </a:cubicBezTo>
                  <a:cubicBezTo>
                    <a:pt x="6691" y="7422"/>
                    <a:pt x="8419" y="5833"/>
                    <a:pt x="9674" y="3909"/>
                  </a:cubicBezTo>
                  <a:cubicBezTo>
                    <a:pt x="10036" y="3380"/>
                    <a:pt x="10343" y="2794"/>
                    <a:pt x="10426" y="2153"/>
                  </a:cubicBezTo>
                  <a:cubicBezTo>
                    <a:pt x="10605" y="500"/>
                    <a:pt x="9398" y="0"/>
                    <a:pt x="798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648;p30"/>
            <p:cNvSpPr/>
            <p:nvPr/>
          </p:nvSpPr>
          <p:spPr>
            <a:xfrm>
              <a:off x="7348680" y="3108960"/>
              <a:ext cx="514800" cy="1502280"/>
            </a:xfrm>
            <a:custGeom>
              <a:avLst/>
              <a:gdLst>
                <a:gd name="textAreaLeft" fmla="*/ 0 w 514800"/>
                <a:gd name="textAreaRight" fmla="*/ 515160 w 514800"/>
                <a:gd name="textAreaTop" fmla="*/ 0 h 1502280"/>
                <a:gd name="textAreaBottom" fmla="*/ 1502640 h 1502280"/>
              </a:gdLst>
              <a:ahLst/>
              <a:cxnLst/>
              <a:rect l="textAreaLeft" t="textAreaTop" r="textAreaRight" b="textAreaBottom"/>
              <a:pathLst>
                <a:path w="20684" h="60350">
                  <a:moveTo>
                    <a:pt x="11318" y="0"/>
                  </a:moveTo>
                  <a:lnTo>
                    <a:pt x="5074" y="3150"/>
                  </a:lnTo>
                  <a:cubicBezTo>
                    <a:pt x="5074" y="3150"/>
                    <a:pt x="1032" y="13129"/>
                    <a:pt x="530" y="13547"/>
                  </a:cubicBezTo>
                  <a:cubicBezTo>
                    <a:pt x="1" y="13966"/>
                    <a:pt x="530" y="32280"/>
                    <a:pt x="530" y="32280"/>
                  </a:cubicBezTo>
                  <a:lnTo>
                    <a:pt x="9004" y="60350"/>
                  </a:lnTo>
                  <a:cubicBezTo>
                    <a:pt x="14914" y="57646"/>
                    <a:pt x="18119" y="54998"/>
                    <a:pt x="19653" y="53465"/>
                  </a:cubicBezTo>
                  <a:cubicBezTo>
                    <a:pt x="20405" y="52684"/>
                    <a:pt x="20684" y="51569"/>
                    <a:pt x="20350" y="50538"/>
                  </a:cubicBezTo>
                  <a:cubicBezTo>
                    <a:pt x="19095" y="46747"/>
                    <a:pt x="16001" y="37046"/>
                    <a:pt x="14802" y="30161"/>
                  </a:cubicBezTo>
                  <a:cubicBezTo>
                    <a:pt x="12851" y="18899"/>
                    <a:pt x="11318" y="0"/>
                    <a:pt x="113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649;p30"/>
            <p:cNvSpPr/>
            <p:nvPr/>
          </p:nvSpPr>
          <p:spPr>
            <a:xfrm>
              <a:off x="6297840" y="3187440"/>
              <a:ext cx="1276200" cy="1468080"/>
            </a:xfrm>
            <a:custGeom>
              <a:avLst/>
              <a:gdLst>
                <a:gd name="textAreaLeft" fmla="*/ 0 w 1276200"/>
                <a:gd name="textAreaRight" fmla="*/ 1276560 w 1276200"/>
                <a:gd name="textAreaTop" fmla="*/ 0 h 1468080"/>
                <a:gd name="textAreaBottom" fmla="*/ 1468440 h 1468080"/>
              </a:gdLst>
              <a:ahLst/>
              <a:cxnLst/>
              <a:rect l="textAreaLeft" t="textAreaTop" r="textAreaRight" b="textAreaBottom"/>
              <a:pathLst>
                <a:path w="51263" h="58977">
                  <a:moveTo>
                    <a:pt x="2481" y="1"/>
                  </a:moveTo>
                  <a:cubicBezTo>
                    <a:pt x="1896" y="5074"/>
                    <a:pt x="586" y="19932"/>
                    <a:pt x="307" y="29911"/>
                  </a:cubicBezTo>
                  <a:cubicBezTo>
                    <a:pt x="0" y="41173"/>
                    <a:pt x="84" y="49981"/>
                    <a:pt x="140" y="54497"/>
                  </a:cubicBezTo>
                  <a:cubicBezTo>
                    <a:pt x="168" y="56365"/>
                    <a:pt x="1617" y="57898"/>
                    <a:pt x="3457" y="58065"/>
                  </a:cubicBezTo>
                  <a:cubicBezTo>
                    <a:pt x="9477" y="58673"/>
                    <a:pt x="16316" y="58977"/>
                    <a:pt x="23293" y="58977"/>
                  </a:cubicBezTo>
                  <a:cubicBezTo>
                    <a:pt x="32953" y="58977"/>
                    <a:pt x="42879" y="58394"/>
                    <a:pt x="51263" y="57229"/>
                  </a:cubicBezTo>
                  <a:cubicBezTo>
                    <a:pt x="51263" y="57201"/>
                    <a:pt x="48169" y="37800"/>
                    <a:pt x="47500" y="27235"/>
                  </a:cubicBezTo>
                  <a:cubicBezTo>
                    <a:pt x="46719" y="15360"/>
                    <a:pt x="46970" y="5214"/>
                    <a:pt x="47277" y="1"/>
                  </a:cubicBezTo>
                  <a:lnTo>
                    <a:pt x="47277" y="1"/>
                  </a:lnTo>
                  <a:cubicBezTo>
                    <a:pt x="41776" y="703"/>
                    <a:pt x="35044" y="945"/>
                    <a:pt x="28382" y="945"/>
                  </a:cubicBezTo>
                  <a:cubicBezTo>
                    <a:pt x="17861" y="945"/>
                    <a:pt x="7516" y="342"/>
                    <a:pt x="248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650;p30"/>
            <p:cNvSpPr/>
            <p:nvPr/>
          </p:nvSpPr>
          <p:spPr>
            <a:xfrm>
              <a:off x="6611040" y="3640320"/>
              <a:ext cx="547920" cy="531360"/>
            </a:xfrm>
            <a:custGeom>
              <a:avLst/>
              <a:gdLst>
                <a:gd name="textAreaLeft" fmla="*/ 0 w 547920"/>
                <a:gd name="textAreaRight" fmla="*/ 548280 w 547920"/>
                <a:gd name="textAreaTop" fmla="*/ 0 h 531360"/>
                <a:gd name="textAreaBottom" fmla="*/ 531720 h 531360"/>
              </a:gdLst>
              <a:ahLst/>
              <a:cxnLst/>
              <a:rect l="textAreaLeft" t="textAreaTop" r="textAreaRight" b="textAreaBottom"/>
              <a:pathLst>
                <a:path w="22022" h="21358">
                  <a:moveTo>
                    <a:pt x="12290" y="0"/>
                  </a:moveTo>
                  <a:cubicBezTo>
                    <a:pt x="10067" y="0"/>
                    <a:pt x="7805" y="698"/>
                    <a:pt x="5937" y="1832"/>
                  </a:cubicBezTo>
                  <a:cubicBezTo>
                    <a:pt x="4655" y="2724"/>
                    <a:pt x="3457" y="3756"/>
                    <a:pt x="2509" y="5038"/>
                  </a:cubicBezTo>
                  <a:cubicBezTo>
                    <a:pt x="502" y="7909"/>
                    <a:pt x="0" y="11923"/>
                    <a:pt x="1477" y="15129"/>
                  </a:cubicBezTo>
                  <a:cubicBezTo>
                    <a:pt x="2983" y="18418"/>
                    <a:pt x="6746" y="20648"/>
                    <a:pt x="10258" y="21206"/>
                  </a:cubicBezTo>
                  <a:cubicBezTo>
                    <a:pt x="10896" y="21305"/>
                    <a:pt x="11561" y="21357"/>
                    <a:pt x="12234" y="21357"/>
                  </a:cubicBezTo>
                  <a:cubicBezTo>
                    <a:pt x="15145" y="21357"/>
                    <a:pt x="18205" y="20378"/>
                    <a:pt x="19903" y="18000"/>
                  </a:cubicBezTo>
                  <a:cubicBezTo>
                    <a:pt x="21799" y="15352"/>
                    <a:pt x="22022" y="11672"/>
                    <a:pt x="21548" y="8522"/>
                  </a:cubicBezTo>
                  <a:cubicBezTo>
                    <a:pt x="21018" y="5289"/>
                    <a:pt x="19206" y="2195"/>
                    <a:pt x="16140" y="801"/>
                  </a:cubicBezTo>
                  <a:cubicBezTo>
                    <a:pt x="14931" y="249"/>
                    <a:pt x="13617" y="0"/>
                    <a:pt x="1229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651;p30"/>
            <p:cNvSpPr/>
            <p:nvPr/>
          </p:nvSpPr>
          <p:spPr>
            <a:xfrm>
              <a:off x="6756120" y="3801600"/>
              <a:ext cx="137160" cy="22788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5521" h="9172">
                  <a:moveTo>
                    <a:pt x="1367" y="1"/>
                  </a:moveTo>
                  <a:cubicBezTo>
                    <a:pt x="419" y="865"/>
                    <a:pt x="1" y="2231"/>
                    <a:pt x="140" y="3513"/>
                  </a:cubicBezTo>
                  <a:cubicBezTo>
                    <a:pt x="280" y="4795"/>
                    <a:pt x="921" y="5994"/>
                    <a:pt x="1701" y="6969"/>
                  </a:cubicBezTo>
                  <a:cubicBezTo>
                    <a:pt x="2259" y="7611"/>
                    <a:pt x="2900" y="8224"/>
                    <a:pt x="3513" y="8781"/>
                  </a:cubicBezTo>
                  <a:cubicBezTo>
                    <a:pt x="3625" y="8837"/>
                    <a:pt x="3708" y="8921"/>
                    <a:pt x="3792" y="8976"/>
                  </a:cubicBezTo>
                  <a:cubicBezTo>
                    <a:pt x="3792" y="8837"/>
                    <a:pt x="3764" y="8726"/>
                    <a:pt x="3764" y="8586"/>
                  </a:cubicBezTo>
                  <a:cubicBezTo>
                    <a:pt x="3736" y="8168"/>
                    <a:pt x="3681" y="7750"/>
                    <a:pt x="3597" y="7388"/>
                  </a:cubicBezTo>
                  <a:cubicBezTo>
                    <a:pt x="3374" y="6523"/>
                    <a:pt x="2928" y="5826"/>
                    <a:pt x="2538" y="5074"/>
                  </a:cubicBezTo>
                  <a:cubicBezTo>
                    <a:pt x="2147" y="4349"/>
                    <a:pt x="1813" y="3513"/>
                    <a:pt x="1841" y="2677"/>
                  </a:cubicBezTo>
                  <a:lnTo>
                    <a:pt x="1841" y="2677"/>
                  </a:lnTo>
                  <a:cubicBezTo>
                    <a:pt x="2370" y="4182"/>
                    <a:pt x="3597" y="5325"/>
                    <a:pt x="4238" y="6746"/>
                  </a:cubicBezTo>
                  <a:cubicBezTo>
                    <a:pt x="4600" y="7499"/>
                    <a:pt x="4768" y="8335"/>
                    <a:pt x="4768" y="9172"/>
                  </a:cubicBezTo>
                  <a:cubicBezTo>
                    <a:pt x="4879" y="9088"/>
                    <a:pt x="4991" y="8893"/>
                    <a:pt x="5074" y="8614"/>
                  </a:cubicBezTo>
                  <a:cubicBezTo>
                    <a:pt x="5520" y="7192"/>
                    <a:pt x="5325" y="5576"/>
                    <a:pt x="4768" y="4210"/>
                  </a:cubicBezTo>
                  <a:cubicBezTo>
                    <a:pt x="4071" y="2537"/>
                    <a:pt x="2789" y="1143"/>
                    <a:pt x="136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652;p30"/>
            <p:cNvSpPr/>
            <p:nvPr/>
          </p:nvSpPr>
          <p:spPr>
            <a:xfrm>
              <a:off x="6899040" y="3783600"/>
              <a:ext cx="94680" cy="14400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820" h="5801">
                  <a:moveTo>
                    <a:pt x="3434" y="1"/>
                  </a:moveTo>
                  <a:cubicBezTo>
                    <a:pt x="2675" y="1"/>
                    <a:pt x="1939" y="342"/>
                    <a:pt x="1366" y="867"/>
                  </a:cubicBezTo>
                  <a:cubicBezTo>
                    <a:pt x="753" y="1480"/>
                    <a:pt x="363" y="2316"/>
                    <a:pt x="195" y="3181"/>
                  </a:cubicBezTo>
                  <a:cubicBezTo>
                    <a:pt x="56" y="3766"/>
                    <a:pt x="0" y="4379"/>
                    <a:pt x="0" y="4965"/>
                  </a:cubicBezTo>
                  <a:lnTo>
                    <a:pt x="0" y="5215"/>
                  </a:lnTo>
                  <a:cubicBezTo>
                    <a:pt x="84" y="5132"/>
                    <a:pt x="140" y="5104"/>
                    <a:pt x="195" y="5020"/>
                  </a:cubicBezTo>
                  <a:cubicBezTo>
                    <a:pt x="391" y="4825"/>
                    <a:pt x="614" y="4658"/>
                    <a:pt x="781" y="4407"/>
                  </a:cubicBezTo>
                  <a:cubicBezTo>
                    <a:pt x="1115" y="3961"/>
                    <a:pt x="1338" y="3404"/>
                    <a:pt x="1533" y="2846"/>
                  </a:cubicBezTo>
                  <a:cubicBezTo>
                    <a:pt x="1784" y="2316"/>
                    <a:pt x="2063" y="1759"/>
                    <a:pt x="2509" y="1397"/>
                  </a:cubicBezTo>
                  <a:lnTo>
                    <a:pt x="2509" y="1397"/>
                  </a:lnTo>
                  <a:cubicBezTo>
                    <a:pt x="1924" y="2316"/>
                    <a:pt x="1812" y="3487"/>
                    <a:pt x="1338" y="4463"/>
                  </a:cubicBezTo>
                  <a:cubicBezTo>
                    <a:pt x="1087" y="4992"/>
                    <a:pt x="697" y="5466"/>
                    <a:pt x="251" y="5801"/>
                  </a:cubicBezTo>
                  <a:cubicBezTo>
                    <a:pt x="363" y="5801"/>
                    <a:pt x="502" y="5801"/>
                    <a:pt x="669" y="5745"/>
                  </a:cubicBezTo>
                  <a:cubicBezTo>
                    <a:pt x="1729" y="5383"/>
                    <a:pt x="2509" y="4574"/>
                    <a:pt x="3011" y="3682"/>
                  </a:cubicBezTo>
                  <a:cubicBezTo>
                    <a:pt x="3596" y="2567"/>
                    <a:pt x="3819" y="1285"/>
                    <a:pt x="3819" y="31"/>
                  </a:cubicBezTo>
                  <a:cubicBezTo>
                    <a:pt x="3691" y="11"/>
                    <a:pt x="3562" y="1"/>
                    <a:pt x="34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653;p30"/>
            <p:cNvSpPr/>
            <p:nvPr/>
          </p:nvSpPr>
          <p:spPr>
            <a:xfrm>
              <a:off x="7587720" y="4354920"/>
              <a:ext cx="244800" cy="216360"/>
            </a:xfrm>
            <a:custGeom>
              <a:avLst/>
              <a:gdLst>
                <a:gd name="textAreaLeft" fmla="*/ 0 w 244800"/>
                <a:gd name="textAreaRight" fmla="*/ 245160 w 244800"/>
                <a:gd name="textAreaTop" fmla="*/ 0 h 216360"/>
                <a:gd name="textAreaBottom" fmla="*/ 216720 h 216360"/>
              </a:gdLst>
              <a:ahLst/>
              <a:cxnLst/>
              <a:rect l="textAreaLeft" t="textAreaTop" r="textAreaRight" b="textAreaBottom"/>
              <a:pathLst>
                <a:path fill="none" w="9841" h="8698">
                  <a:moveTo>
                    <a:pt x="1" y="8697"/>
                  </a:moveTo>
                  <a:cubicBezTo>
                    <a:pt x="921" y="5826"/>
                    <a:pt x="1868" y="2927"/>
                    <a:pt x="2816" y="0"/>
                  </a:cubicBezTo>
                  <a:cubicBezTo>
                    <a:pt x="5297" y="725"/>
                    <a:pt x="7388" y="725"/>
                    <a:pt x="9841" y="1450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654;p30"/>
            <p:cNvSpPr/>
            <p:nvPr/>
          </p:nvSpPr>
          <p:spPr>
            <a:xfrm>
              <a:off x="7549560" y="3275640"/>
              <a:ext cx="108000" cy="107964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1079640"/>
                <a:gd name="textAreaBottom" fmla="*/ 1080000 h 1079640"/>
              </a:gdLst>
              <a:ahLst/>
              <a:cxnLst/>
              <a:rect l="textAreaLeft" t="textAreaTop" r="textAreaRight" b="textAreaBottom"/>
              <a:pathLst>
                <a:path fill="none" w="4350" h="43375">
                  <a:moveTo>
                    <a:pt x="4349" y="43374"/>
                  </a:moveTo>
                  <a:cubicBezTo>
                    <a:pt x="1422" y="29353"/>
                    <a:pt x="0" y="14300"/>
                    <a:pt x="642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655;p30"/>
            <p:cNvSpPr/>
            <p:nvPr/>
          </p:nvSpPr>
          <p:spPr>
            <a:xfrm>
              <a:off x="7491240" y="3143880"/>
              <a:ext cx="128880" cy="1314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31400"/>
                <a:gd name="textAreaBottom" fmla="*/ 131760 h 131400"/>
              </a:gdLst>
              <a:ahLst/>
              <a:cxnLst/>
              <a:rect l="textAreaLeft" t="textAreaTop" r="textAreaRight" b="textAreaBottom"/>
              <a:pathLst>
                <a:path fill="none" w="5186" h="5298">
                  <a:moveTo>
                    <a:pt x="1" y="2593"/>
                  </a:moveTo>
                  <a:cubicBezTo>
                    <a:pt x="1004" y="3485"/>
                    <a:pt x="1980" y="4405"/>
                    <a:pt x="2984" y="5297"/>
                  </a:cubicBezTo>
                  <a:cubicBezTo>
                    <a:pt x="3736" y="3513"/>
                    <a:pt x="4461" y="1757"/>
                    <a:pt x="5186" y="1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65880" bIns="65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656;p30"/>
            <p:cNvSpPr/>
            <p:nvPr/>
          </p:nvSpPr>
          <p:spPr>
            <a:xfrm>
              <a:off x="7401600" y="3595680"/>
              <a:ext cx="48240" cy="71388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713880"/>
                <a:gd name="textAreaBottom" fmla="*/ 714240 h 713880"/>
              </a:gdLst>
              <a:ahLst/>
              <a:cxnLst/>
              <a:rect l="textAreaLeft" t="textAreaTop" r="textAreaRight" b="textAreaBottom"/>
              <a:pathLst>
                <a:path fill="none" w="1952" h="28685">
                  <a:moveTo>
                    <a:pt x="390" y="1"/>
                  </a:moveTo>
                  <a:cubicBezTo>
                    <a:pt x="0" y="9590"/>
                    <a:pt x="530" y="19207"/>
                    <a:pt x="1951" y="28684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657;p30"/>
            <p:cNvSpPr/>
            <p:nvPr/>
          </p:nvSpPr>
          <p:spPr>
            <a:xfrm>
              <a:off x="7455600" y="4357800"/>
              <a:ext cx="5040" cy="5580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fill="none" w="224" h="2259">
                  <a:moveTo>
                    <a:pt x="0" y="1"/>
                  </a:moveTo>
                  <a:cubicBezTo>
                    <a:pt x="56" y="753"/>
                    <a:pt x="168" y="1534"/>
                    <a:pt x="223" y="2259"/>
                  </a:cubicBezTo>
                </a:path>
              </a:pathLst>
            </a:custGeom>
            <a:noFill/>
            <a:ln cap="rnd" w="6275">
              <a:solidFill>
                <a:srgbClr val="2a33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658;p30"/>
            <p:cNvSpPr/>
            <p:nvPr/>
          </p:nvSpPr>
          <p:spPr>
            <a:xfrm>
              <a:off x="6860880" y="4603320"/>
              <a:ext cx="325800" cy="21960"/>
            </a:xfrm>
            <a:custGeom>
              <a:avLst/>
              <a:gdLst>
                <a:gd name="textAreaLeft" fmla="*/ 0 w 325800"/>
                <a:gd name="textAreaRight" fmla="*/ 326160 w 325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fill="none" w="13102" h="893">
                  <a:moveTo>
                    <a:pt x="0" y="335"/>
                  </a:moveTo>
                  <a:cubicBezTo>
                    <a:pt x="4377" y="892"/>
                    <a:pt x="8781" y="781"/>
                    <a:pt x="13102" y="0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659;p30"/>
            <p:cNvSpPr/>
            <p:nvPr/>
          </p:nvSpPr>
          <p:spPr>
            <a:xfrm>
              <a:off x="6893640" y="3844080"/>
              <a:ext cx="242640" cy="29952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99520"/>
                <a:gd name="textAreaBottom" fmla="*/ 299880 h 299520"/>
              </a:gdLst>
              <a:ahLst/>
              <a:cxnLst/>
              <a:rect l="textAreaLeft" t="textAreaTop" r="textAreaRight" b="textAreaBottom"/>
              <a:pathLst>
                <a:path fill="none" w="9757" h="12044">
                  <a:moveTo>
                    <a:pt x="8474" y="1"/>
                  </a:moveTo>
                  <a:cubicBezTo>
                    <a:pt x="9757" y="2649"/>
                    <a:pt x="9394" y="5994"/>
                    <a:pt x="7694" y="8364"/>
                  </a:cubicBezTo>
                  <a:cubicBezTo>
                    <a:pt x="5938" y="10733"/>
                    <a:pt x="2899" y="12043"/>
                    <a:pt x="0" y="11709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660;p30"/>
            <p:cNvSpPr/>
            <p:nvPr/>
          </p:nvSpPr>
          <p:spPr>
            <a:xfrm>
              <a:off x="6484680" y="3286080"/>
              <a:ext cx="198360" cy="50940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509400"/>
                <a:gd name="textAreaBottom" fmla="*/ 509760 h 509400"/>
              </a:gdLst>
              <a:ahLst/>
              <a:cxnLst/>
              <a:rect l="textAreaLeft" t="textAreaTop" r="textAreaRight" b="textAreaBottom"/>
              <a:pathLst>
                <a:path w="7974" h="20470">
                  <a:moveTo>
                    <a:pt x="4590" y="1"/>
                  </a:moveTo>
                  <a:cubicBezTo>
                    <a:pt x="4079" y="1"/>
                    <a:pt x="3560" y="165"/>
                    <a:pt x="3067" y="497"/>
                  </a:cubicBezTo>
                  <a:cubicBezTo>
                    <a:pt x="252" y="2365"/>
                    <a:pt x="252" y="7103"/>
                    <a:pt x="112" y="10114"/>
                  </a:cubicBezTo>
                  <a:cubicBezTo>
                    <a:pt x="1" y="12400"/>
                    <a:pt x="112" y="14713"/>
                    <a:pt x="419" y="16971"/>
                  </a:cubicBezTo>
                  <a:cubicBezTo>
                    <a:pt x="586" y="18226"/>
                    <a:pt x="976" y="19647"/>
                    <a:pt x="2119" y="20233"/>
                  </a:cubicBezTo>
                  <a:cubicBezTo>
                    <a:pt x="2444" y="20395"/>
                    <a:pt x="2793" y="20469"/>
                    <a:pt x="3143" y="20469"/>
                  </a:cubicBezTo>
                  <a:cubicBezTo>
                    <a:pt x="3812" y="20469"/>
                    <a:pt x="4487" y="20198"/>
                    <a:pt x="5018" y="19759"/>
                  </a:cubicBezTo>
                  <a:cubicBezTo>
                    <a:pt x="5799" y="19090"/>
                    <a:pt x="6273" y="18114"/>
                    <a:pt x="6663" y="17139"/>
                  </a:cubicBezTo>
                  <a:cubicBezTo>
                    <a:pt x="7973" y="13598"/>
                    <a:pt x="7945" y="9640"/>
                    <a:pt x="7917" y="5849"/>
                  </a:cubicBezTo>
                  <a:cubicBezTo>
                    <a:pt x="7862" y="4065"/>
                    <a:pt x="7806" y="2058"/>
                    <a:pt x="6412" y="776"/>
                  </a:cubicBezTo>
                  <a:cubicBezTo>
                    <a:pt x="5867" y="262"/>
                    <a:pt x="5236" y="1"/>
                    <a:pt x="4590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661;p30"/>
            <p:cNvSpPr/>
            <p:nvPr/>
          </p:nvSpPr>
          <p:spPr>
            <a:xfrm>
              <a:off x="7271640" y="4126680"/>
              <a:ext cx="1173240" cy="580680"/>
            </a:xfrm>
            <a:custGeom>
              <a:avLst/>
              <a:gdLst>
                <a:gd name="textAreaLeft" fmla="*/ 0 w 1173240"/>
                <a:gd name="textAreaRight" fmla="*/ 1173600 w 1173240"/>
                <a:gd name="textAreaTop" fmla="*/ 0 h 580680"/>
                <a:gd name="textAreaBottom" fmla="*/ 581040 h 580680"/>
              </a:gdLst>
              <a:ahLst/>
              <a:cxnLst/>
              <a:rect l="textAreaLeft" t="textAreaTop" r="textAreaRight" b="textAreaBottom"/>
              <a:pathLst>
                <a:path w="47138" h="23328">
                  <a:moveTo>
                    <a:pt x="0" y="0"/>
                  </a:moveTo>
                  <a:lnTo>
                    <a:pt x="0" y="0"/>
                  </a:lnTo>
                  <a:cubicBezTo>
                    <a:pt x="948" y="6411"/>
                    <a:pt x="2704" y="11262"/>
                    <a:pt x="5743" y="15415"/>
                  </a:cubicBezTo>
                  <a:cubicBezTo>
                    <a:pt x="9693" y="20776"/>
                    <a:pt x="16297" y="23327"/>
                    <a:pt x="22951" y="23327"/>
                  </a:cubicBezTo>
                  <a:cubicBezTo>
                    <a:pt x="28926" y="23327"/>
                    <a:pt x="34942" y="21269"/>
                    <a:pt x="39109" y="17339"/>
                  </a:cubicBezTo>
                  <a:cubicBezTo>
                    <a:pt x="43374" y="13325"/>
                    <a:pt x="45298" y="7471"/>
                    <a:pt x="47138" y="2063"/>
                  </a:cubicBezTo>
                  <a:lnTo>
                    <a:pt x="47138" y="2063"/>
                  </a:lnTo>
                  <a:cubicBezTo>
                    <a:pt x="45082" y="2096"/>
                    <a:pt x="43016" y="2113"/>
                    <a:pt x="40941" y="2113"/>
                  </a:cubicBezTo>
                  <a:cubicBezTo>
                    <a:pt x="27369" y="2113"/>
                    <a:pt x="13444" y="140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662;p30"/>
            <p:cNvSpPr/>
            <p:nvPr/>
          </p:nvSpPr>
          <p:spPr>
            <a:xfrm>
              <a:off x="7715880" y="4432680"/>
              <a:ext cx="103320" cy="27252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272520"/>
                <a:gd name="textAreaBottom" fmla="*/ 272880 h 272520"/>
              </a:gdLst>
              <a:ahLst/>
              <a:cxnLst/>
              <a:rect l="textAreaLeft" t="textAreaTop" r="textAreaRight" b="textAreaBottom"/>
              <a:pathLst>
                <a:path w="4168" h="10953">
                  <a:moveTo>
                    <a:pt x="2678" y="1"/>
                  </a:moveTo>
                  <a:cubicBezTo>
                    <a:pt x="1902" y="1"/>
                    <a:pt x="1074" y="495"/>
                    <a:pt x="976" y="1475"/>
                  </a:cubicBezTo>
                  <a:cubicBezTo>
                    <a:pt x="642" y="4485"/>
                    <a:pt x="307" y="7496"/>
                    <a:pt x="1" y="10506"/>
                  </a:cubicBezTo>
                  <a:cubicBezTo>
                    <a:pt x="1004" y="10701"/>
                    <a:pt x="2008" y="10841"/>
                    <a:pt x="3011" y="10952"/>
                  </a:cubicBezTo>
                  <a:cubicBezTo>
                    <a:pt x="3373" y="7774"/>
                    <a:pt x="3708" y="4652"/>
                    <a:pt x="4070" y="1475"/>
                  </a:cubicBezTo>
                  <a:cubicBezTo>
                    <a:pt x="4168" y="489"/>
                    <a:pt x="3448" y="1"/>
                    <a:pt x="267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663;p30"/>
            <p:cNvSpPr/>
            <p:nvPr/>
          </p:nvSpPr>
          <p:spPr>
            <a:xfrm>
              <a:off x="7355160" y="4278600"/>
              <a:ext cx="243000" cy="199440"/>
            </a:xfrm>
            <a:custGeom>
              <a:avLst/>
              <a:gdLst>
                <a:gd name="textAreaLeft" fmla="*/ 0 w 243000"/>
                <a:gd name="textAreaRight" fmla="*/ 243360 w 243000"/>
                <a:gd name="textAreaTop" fmla="*/ 0 h 199440"/>
                <a:gd name="textAreaBottom" fmla="*/ 199800 h 199440"/>
              </a:gdLst>
              <a:ahLst/>
              <a:cxnLst/>
              <a:rect l="textAreaLeft" t="textAreaTop" r="textAreaRight" b="textAreaBottom"/>
              <a:pathLst>
                <a:path w="9770" h="8026">
                  <a:moveTo>
                    <a:pt x="7338" y="0"/>
                  </a:moveTo>
                  <a:cubicBezTo>
                    <a:pt x="7000" y="0"/>
                    <a:pt x="6650" y="107"/>
                    <a:pt x="6328" y="360"/>
                  </a:cubicBezTo>
                  <a:cubicBezTo>
                    <a:pt x="4210" y="2033"/>
                    <a:pt x="2119" y="3650"/>
                    <a:pt x="0" y="5322"/>
                  </a:cubicBezTo>
                  <a:cubicBezTo>
                    <a:pt x="446" y="6270"/>
                    <a:pt x="976" y="7190"/>
                    <a:pt x="1534" y="8026"/>
                  </a:cubicBezTo>
                  <a:cubicBezTo>
                    <a:pt x="3847" y="6158"/>
                    <a:pt x="6189" y="4346"/>
                    <a:pt x="8530" y="2535"/>
                  </a:cubicBezTo>
                  <a:cubicBezTo>
                    <a:pt x="9769" y="1583"/>
                    <a:pt x="8638" y="0"/>
                    <a:pt x="7338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664;p30"/>
            <p:cNvSpPr/>
            <p:nvPr/>
          </p:nvSpPr>
          <p:spPr>
            <a:xfrm>
              <a:off x="7860960" y="4426560"/>
              <a:ext cx="114840" cy="27792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4629" h="11175">
                  <a:moveTo>
                    <a:pt x="1900" y="1"/>
                  </a:moveTo>
                  <a:cubicBezTo>
                    <a:pt x="1007" y="1"/>
                    <a:pt x="1" y="772"/>
                    <a:pt x="169" y="1948"/>
                  </a:cubicBezTo>
                  <a:cubicBezTo>
                    <a:pt x="643" y="5014"/>
                    <a:pt x="1089" y="8108"/>
                    <a:pt x="1590" y="11174"/>
                  </a:cubicBezTo>
                  <a:cubicBezTo>
                    <a:pt x="2594" y="11063"/>
                    <a:pt x="3597" y="10923"/>
                    <a:pt x="4629" y="10728"/>
                  </a:cubicBezTo>
                  <a:lnTo>
                    <a:pt x="3151" y="1111"/>
                  </a:lnTo>
                  <a:cubicBezTo>
                    <a:pt x="3030" y="336"/>
                    <a:pt x="2490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665;p30"/>
            <p:cNvSpPr/>
            <p:nvPr/>
          </p:nvSpPr>
          <p:spPr>
            <a:xfrm>
              <a:off x="7297560" y="4205520"/>
              <a:ext cx="182160" cy="12348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123480"/>
                <a:gd name="textAreaBottom" fmla="*/ 123840 h 123480"/>
              </a:gdLst>
              <a:ahLst/>
              <a:cxnLst/>
              <a:rect l="textAreaLeft" t="textAreaTop" r="textAreaRight" b="textAreaBottom"/>
              <a:pathLst>
                <a:path w="7324" h="4972">
                  <a:moveTo>
                    <a:pt x="4857" y="0"/>
                  </a:moveTo>
                  <a:cubicBezTo>
                    <a:pt x="4641" y="0"/>
                    <a:pt x="4413" y="46"/>
                    <a:pt x="4182" y="149"/>
                  </a:cubicBezTo>
                  <a:cubicBezTo>
                    <a:pt x="2788" y="790"/>
                    <a:pt x="1395" y="1376"/>
                    <a:pt x="1" y="1989"/>
                  </a:cubicBezTo>
                  <a:cubicBezTo>
                    <a:pt x="279" y="3048"/>
                    <a:pt x="558" y="4024"/>
                    <a:pt x="921" y="4972"/>
                  </a:cubicBezTo>
                  <a:cubicBezTo>
                    <a:pt x="2510" y="4275"/>
                    <a:pt x="4154" y="3522"/>
                    <a:pt x="5743" y="2825"/>
                  </a:cubicBezTo>
                  <a:cubicBezTo>
                    <a:pt x="7324" y="2145"/>
                    <a:pt x="6338" y="0"/>
                    <a:pt x="485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920" bIns="61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666;p30"/>
            <p:cNvSpPr/>
            <p:nvPr/>
          </p:nvSpPr>
          <p:spPr>
            <a:xfrm>
              <a:off x="7488360" y="4388040"/>
              <a:ext cx="209880" cy="24336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243360"/>
                <a:gd name="textAreaBottom" fmla="*/ 243720 h 243360"/>
              </a:gdLst>
              <a:ahLst/>
              <a:cxnLst/>
              <a:rect l="textAreaLeft" t="textAreaTop" r="textAreaRight" b="textAreaBottom"/>
              <a:pathLst>
                <a:path w="8447" h="9787">
                  <a:moveTo>
                    <a:pt x="6273" y="0"/>
                  </a:moveTo>
                  <a:cubicBezTo>
                    <a:pt x="5801" y="0"/>
                    <a:pt x="5325" y="205"/>
                    <a:pt x="4990" y="699"/>
                  </a:cubicBezTo>
                  <a:cubicBezTo>
                    <a:pt x="3318" y="3124"/>
                    <a:pt x="1673" y="5577"/>
                    <a:pt x="0" y="8002"/>
                  </a:cubicBezTo>
                  <a:cubicBezTo>
                    <a:pt x="809" y="8671"/>
                    <a:pt x="1645" y="9257"/>
                    <a:pt x="2537" y="9786"/>
                  </a:cubicBezTo>
                  <a:lnTo>
                    <a:pt x="7666" y="2260"/>
                  </a:lnTo>
                  <a:cubicBezTo>
                    <a:pt x="8446" y="1110"/>
                    <a:pt x="7371" y="0"/>
                    <a:pt x="627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667;p30"/>
            <p:cNvSpPr/>
            <p:nvPr/>
          </p:nvSpPr>
          <p:spPr>
            <a:xfrm>
              <a:off x="8169840" y="4227120"/>
              <a:ext cx="241560" cy="1227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9712" h="4943">
                  <a:moveTo>
                    <a:pt x="2155" y="1"/>
                  </a:moveTo>
                  <a:cubicBezTo>
                    <a:pt x="562" y="1"/>
                    <a:pt x="1" y="2535"/>
                    <a:pt x="1767" y="3047"/>
                  </a:cubicBezTo>
                  <a:lnTo>
                    <a:pt x="8569" y="4942"/>
                  </a:lnTo>
                  <a:cubicBezTo>
                    <a:pt x="8987" y="3994"/>
                    <a:pt x="9377" y="3019"/>
                    <a:pt x="9712" y="2043"/>
                  </a:cubicBezTo>
                  <a:cubicBezTo>
                    <a:pt x="7342" y="1346"/>
                    <a:pt x="4973" y="677"/>
                    <a:pt x="2603" y="64"/>
                  </a:cubicBezTo>
                  <a:cubicBezTo>
                    <a:pt x="2446" y="21"/>
                    <a:pt x="2297" y="1"/>
                    <a:pt x="215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668;p30"/>
            <p:cNvSpPr/>
            <p:nvPr/>
          </p:nvSpPr>
          <p:spPr>
            <a:xfrm>
              <a:off x="8094960" y="4339080"/>
              <a:ext cx="214200" cy="205200"/>
            </a:xfrm>
            <a:custGeom>
              <a:avLst/>
              <a:gdLst>
                <a:gd name="textAreaLeft" fmla="*/ 0 w 214200"/>
                <a:gd name="textAreaRight" fmla="*/ 214560 w 21420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8618" h="8255">
                  <a:moveTo>
                    <a:pt x="2167" y="1"/>
                  </a:moveTo>
                  <a:cubicBezTo>
                    <a:pt x="1038" y="1"/>
                    <a:pt x="1" y="1557"/>
                    <a:pt x="980" y="2707"/>
                  </a:cubicBezTo>
                  <a:cubicBezTo>
                    <a:pt x="2708" y="4714"/>
                    <a:pt x="4604" y="6582"/>
                    <a:pt x="6611" y="8254"/>
                  </a:cubicBezTo>
                  <a:cubicBezTo>
                    <a:pt x="7364" y="7501"/>
                    <a:pt x="8005" y="6721"/>
                    <a:pt x="8618" y="5885"/>
                  </a:cubicBezTo>
                  <a:cubicBezTo>
                    <a:pt x="6667" y="4240"/>
                    <a:pt x="4855" y="2456"/>
                    <a:pt x="3182" y="505"/>
                  </a:cubicBezTo>
                  <a:cubicBezTo>
                    <a:pt x="2873" y="149"/>
                    <a:pt x="2515" y="1"/>
                    <a:pt x="216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669;p30"/>
            <p:cNvSpPr/>
            <p:nvPr/>
          </p:nvSpPr>
          <p:spPr>
            <a:xfrm>
              <a:off x="7988400" y="4398480"/>
              <a:ext cx="158400" cy="26496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4960"/>
                <a:gd name="textAreaBottom" fmla="*/ 265320 h 264960"/>
              </a:gdLst>
              <a:ahLst/>
              <a:cxnLst/>
              <a:rect l="textAreaLeft" t="textAreaTop" r="textAreaRight" b="textAreaBottom"/>
              <a:pathLst>
                <a:path w="6372" h="10656">
                  <a:moveTo>
                    <a:pt x="1904" y="0"/>
                  </a:moveTo>
                  <a:cubicBezTo>
                    <a:pt x="946" y="0"/>
                    <a:pt x="0" y="743"/>
                    <a:pt x="406" y="1875"/>
                  </a:cubicBezTo>
                  <a:cubicBezTo>
                    <a:pt x="1465" y="4802"/>
                    <a:pt x="2524" y="7729"/>
                    <a:pt x="3584" y="10656"/>
                  </a:cubicBezTo>
                  <a:cubicBezTo>
                    <a:pt x="4559" y="10265"/>
                    <a:pt x="5507" y="9819"/>
                    <a:pt x="6371" y="9346"/>
                  </a:cubicBezTo>
                  <a:cubicBezTo>
                    <a:pt x="5396" y="6558"/>
                    <a:pt x="4392" y="3798"/>
                    <a:pt x="3416" y="1039"/>
                  </a:cubicBezTo>
                  <a:cubicBezTo>
                    <a:pt x="3153" y="314"/>
                    <a:pt x="2526" y="0"/>
                    <a:pt x="190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670;p30"/>
            <p:cNvSpPr/>
            <p:nvPr/>
          </p:nvSpPr>
          <p:spPr>
            <a:xfrm>
              <a:off x="7332840" y="4132800"/>
              <a:ext cx="1042920" cy="470160"/>
            </a:xfrm>
            <a:custGeom>
              <a:avLst/>
              <a:gdLst>
                <a:gd name="textAreaLeft" fmla="*/ 0 w 1042920"/>
                <a:gd name="textAreaRight" fmla="*/ 1043280 w 1042920"/>
                <a:gd name="textAreaTop" fmla="*/ 0 h 470160"/>
                <a:gd name="textAreaBottom" fmla="*/ 470520 h 470160"/>
              </a:gdLst>
              <a:ahLst/>
              <a:cxnLst/>
              <a:rect l="textAreaLeft" t="textAreaTop" r="textAreaRight" b="textAreaBottom"/>
              <a:pathLst>
                <a:path w="41897" h="18903">
                  <a:moveTo>
                    <a:pt x="0" y="0"/>
                  </a:moveTo>
                  <a:lnTo>
                    <a:pt x="0" y="0"/>
                  </a:lnTo>
                  <a:cubicBezTo>
                    <a:pt x="1060" y="6272"/>
                    <a:pt x="4628" y="12126"/>
                    <a:pt x="9980" y="15582"/>
                  </a:cubicBezTo>
                  <a:cubicBezTo>
                    <a:pt x="13363" y="17770"/>
                    <a:pt x="17415" y="18903"/>
                    <a:pt x="21445" y="18903"/>
                  </a:cubicBezTo>
                  <a:cubicBezTo>
                    <a:pt x="25219" y="18903"/>
                    <a:pt x="28973" y="17910"/>
                    <a:pt x="32141" y="15861"/>
                  </a:cubicBezTo>
                  <a:cubicBezTo>
                    <a:pt x="35876" y="13464"/>
                    <a:pt x="38691" y="9784"/>
                    <a:pt x="40503" y="5714"/>
                  </a:cubicBezTo>
                  <a:cubicBezTo>
                    <a:pt x="41061" y="4460"/>
                    <a:pt x="41507" y="3178"/>
                    <a:pt x="41897" y="1840"/>
                  </a:cubicBezTo>
                  <a:lnTo>
                    <a:pt x="41897" y="1840"/>
                  </a:lnTo>
                  <a:cubicBezTo>
                    <a:pt x="40792" y="1849"/>
                    <a:pt x="39684" y="1853"/>
                    <a:pt x="38575" y="1853"/>
                  </a:cubicBezTo>
                  <a:cubicBezTo>
                    <a:pt x="25750" y="1853"/>
                    <a:pt x="12674" y="125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671;p30"/>
            <p:cNvSpPr/>
            <p:nvPr/>
          </p:nvSpPr>
          <p:spPr>
            <a:xfrm>
              <a:off x="7346880" y="4133520"/>
              <a:ext cx="1002600" cy="446760"/>
            </a:xfrm>
            <a:custGeom>
              <a:avLst/>
              <a:gdLst>
                <a:gd name="textAreaLeft" fmla="*/ 0 w 1002600"/>
                <a:gd name="textAreaRight" fmla="*/ 1002960 w 1002600"/>
                <a:gd name="textAreaTop" fmla="*/ 0 h 446760"/>
                <a:gd name="textAreaBottom" fmla="*/ 447120 h 446760"/>
              </a:gdLst>
              <a:ahLst/>
              <a:cxnLst/>
              <a:rect l="textAreaLeft" t="textAreaTop" r="textAreaRight" b="textAreaBottom"/>
              <a:pathLst>
                <a:path w="40281" h="17960">
                  <a:moveTo>
                    <a:pt x="1" y="1"/>
                  </a:moveTo>
                  <a:lnTo>
                    <a:pt x="1" y="1"/>
                  </a:lnTo>
                  <a:cubicBezTo>
                    <a:pt x="809" y="4154"/>
                    <a:pt x="2733" y="8085"/>
                    <a:pt x="5576" y="11207"/>
                  </a:cubicBezTo>
                  <a:cubicBezTo>
                    <a:pt x="8726" y="14608"/>
                    <a:pt x="12963" y="16977"/>
                    <a:pt x="17534" y="17702"/>
                  </a:cubicBezTo>
                  <a:cubicBezTo>
                    <a:pt x="18577" y="17875"/>
                    <a:pt x="19633" y="17959"/>
                    <a:pt x="20688" y="17959"/>
                  </a:cubicBezTo>
                  <a:cubicBezTo>
                    <a:pt x="25418" y="17959"/>
                    <a:pt x="30147" y="16257"/>
                    <a:pt x="33702" y="13158"/>
                  </a:cubicBezTo>
                  <a:cubicBezTo>
                    <a:pt x="37075" y="10231"/>
                    <a:pt x="39417" y="6133"/>
                    <a:pt x="40281" y="1757"/>
                  </a:cubicBezTo>
                  <a:lnTo>
                    <a:pt x="40281" y="1757"/>
                  </a:lnTo>
                  <a:cubicBezTo>
                    <a:pt x="39002" y="1770"/>
                    <a:pt x="37720" y="1777"/>
                    <a:pt x="36434" y="1777"/>
                  </a:cubicBezTo>
                  <a:cubicBezTo>
                    <a:pt x="24351" y="1777"/>
                    <a:pt x="11994" y="118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672;p30"/>
            <p:cNvSpPr/>
            <p:nvPr/>
          </p:nvSpPr>
          <p:spPr>
            <a:xfrm>
              <a:off x="7761240" y="4206600"/>
              <a:ext cx="25920" cy="3996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060" h="1625">
                  <a:moveTo>
                    <a:pt x="611" y="0"/>
                  </a:moveTo>
                  <a:cubicBezTo>
                    <a:pt x="249" y="0"/>
                    <a:pt x="54" y="955"/>
                    <a:pt x="28" y="1188"/>
                  </a:cubicBezTo>
                  <a:cubicBezTo>
                    <a:pt x="0" y="1328"/>
                    <a:pt x="0" y="1523"/>
                    <a:pt x="140" y="1607"/>
                  </a:cubicBezTo>
                  <a:cubicBezTo>
                    <a:pt x="163" y="1618"/>
                    <a:pt x="196" y="1625"/>
                    <a:pt x="230" y="1625"/>
                  </a:cubicBezTo>
                  <a:cubicBezTo>
                    <a:pt x="278" y="1625"/>
                    <a:pt x="330" y="1611"/>
                    <a:pt x="363" y="1579"/>
                  </a:cubicBezTo>
                  <a:cubicBezTo>
                    <a:pt x="446" y="1523"/>
                    <a:pt x="502" y="1411"/>
                    <a:pt x="558" y="1356"/>
                  </a:cubicBezTo>
                  <a:cubicBezTo>
                    <a:pt x="697" y="1105"/>
                    <a:pt x="1060" y="213"/>
                    <a:pt x="697" y="18"/>
                  </a:cubicBezTo>
                  <a:cubicBezTo>
                    <a:pt x="668" y="6"/>
                    <a:pt x="639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673;p30"/>
            <p:cNvSpPr/>
            <p:nvPr/>
          </p:nvSpPr>
          <p:spPr>
            <a:xfrm>
              <a:off x="7566840" y="4213800"/>
              <a:ext cx="37440" cy="320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518" h="1299">
                  <a:moveTo>
                    <a:pt x="1284" y="0"/>
                  </a:moveTo>
                  <a:cubicBezTo>
                    <a:pt x="1240" y="0"/>
                    <a:pt x="1185" y="14"/>
                    <a:pt x="1115" y="44"/>
                  </a:cubicBezTo>
                  <a:cubicBezTo>
                    <a:pt x="725" y="184"/>
                    <a:pt x="419" y="462"/>
                    <a:pt x="195" y="741"/>
                  </a:cubicBezTo>
                  <a:cubicBezTo>
                    <a:pt x="84" y="881"/>
                    <a:pt x="0" y="1020"/>
                    <a:pt x="56" y="1131"/>
                  </a:cubicBezTo>
                  <a:cubicBezTo>
                    <a:pt x="84" y="1243"/>
                    <a:pt x="223" y="1299"/>
                    <a:pt x="335" y="1299"/>
                  </a:cubicBezTo>
                  <a:cubicBezTo>
                    <a:pt x="446" y="1299"/>
                    <a:pt x="558" y="1243"/>
                    <a:pt x="642" y="1187"/>
                  </a:cubicBezTo>
                  <a:cubicBezTo>
                    <a:pt x="892" y="1048"/>
                    <a:pt x="1088" y="825"/>
                    <a:pt x="1255" y="630"/>
                  </a:cubicBezTo>
                  <a:cubicBezTo>
                    <a:pt x="1396" y="394"/>
                    <a:pt x="1517" y="0"/>
                    <a:pt x="12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674;p30"/>
            <p:cNvSpPr/>
            <p:nvPr/>
          </p:nvSpPr>
          <p:spPr>
            <a:xfrm>
              <a:off x="7631280" y="4307760"/>
              <a:ext cx="37800" cy="471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534" h="1914">
                  <a:moveTo>
                    <a:pt x="1038" y="1"/>
                  </a:moveTo>
                  <a:cubicBezTo>
                    <a:pt x="689" y="1"/>
                    <a:pt x="260" y="715"/>
                    <a:pt x="140" y="954"/>
                  </a:cubicBezTo>
                  <a:cubicBezTo>
                    <a:pt x="84" y="1150"/>
                    <a:pt x="1" y="1317"/>
                    <a:pt x="1" y="1484"/>
                  </a:cubicBezTo>
                  <a:cubicBezTo>
                    <a:pt x="1" y="1651"/>
                    <a:pt x="112" y="1874"/>
                    <a:pt x="280" y="1902"/>
                  </a:cubicBezTo>
                  <a:cubicBezTo>
                    <a:pt x="317" y="1910"/>
                    <a:pt x="354" y="1913"/>
                    <a:pt x="391" y="1913"/>
                  </a:cubicBezTo>
                  <a:cubicBezTo>
                    <a:pt x="492" y="1913"/>
                    <a:pt x="588" y="1887"/>
                    <a:pt x="670" y="1846"/>
                  </a:cubicBezTo>
                  <a:cubicBezTo>
                    <a:pt x="781" y="1763"/>
                    <a:pt x="893" y="1651"/>
                    <a:pt x="949" y="1540"/>
                  </a:cubicBezTo>
                  <a:cubicBezTo>
                    <a:pt x="1144" y="1261"/>
                    <a:pt x="1534" y="341"/>
                    <a:pt x="1199" y="62"/>
                  </a:cubicBezTo>
                  <a:cubicBezTo>
                    <a:pt x="1149" y="19"/>
                    <a:pt x="1094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675;p30"/>
            <p:cNvSpPr/>
            <p:nvPr/>
          </p:nvSpPr>
          <p:spPr>
            <a:xfrm>
              <a:off x="7842960" y="4331160"/>
              <a:ext cx="32040" cy="4968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298" h="2009">
                  <a:moveTo>
                    <a:pt x="639" y="1"/>
                  </a:moveTo>
                  <a:cubicBezTo>
                    <a:pt x="1" y="1"/>
                    <a:pt x="191" y="1039"/>
                    <a:pt x="219" y="1479"/>
                  </a:cubicBezTo>
                  <a:cubicBezTo>
                    <a:pt x="247" y="1590"/>
                    <a:pt x="247" y="1730"/>
                    <a:pt x="330" y="1813"/>
                  </a:cubicBezTo>
                  <a:cubicBezTo>
                    <a:pt x="386" y="1925"/>
                    <a:pt x="498" y="2008"/>
                    <a:pt x="637" y="2008"/>
                  </a:cubicBezTo>
                  <a:cubicBezTo>
                    <a:pt x="721" y="2008"/>
                    <a:pt x="832" y="1897"/>
                    <a:pt x="888" y="1785"/>
                  </a:cubicBezTo>
                  <a:cubicBezTo>
                    <a:pt x="916" y="1674"/>
                    <a:pt x="944" y="1590"/>
                    <a:pt x="944" y="1479"/>
                  </a:cubicBezTo>
                  <a:cubicBezTo>
                    <a:pt x="971" y="1121"/>
                    <a:pt x="1298" y="1"/>
                    <a:pt x="687" y="1"/>
                  </a:cubicBezTo>
                  <a:cubicBezTo>
                    <a:pt x="680" y="1"/>
                    <a:pt x="672" y="1"/>
                    <a:pt x="665" y="1"/>
                  </a:cubicBezTo>
                  <a:cubicBezTo>
                    <a:pt x="656" y="1"/>
                    <a:pt x="648" y="1"/>
                    <a:pt x="6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676;p30"/>
            <p:cNvSpPr/>
            <p:nvPr/>
          </p:nvSpPr>
          <p:spPr>
            <a:xfrm>
              <a:off x="8011800" y="4231440"/>
              <a:ext cx="34920" cy="410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423" h="1660">
                  <a:moveTo>
                    <a:pt x="866" y="0"/>
                  </a:moveTo>
                  <a:cubicBezTo>
                    <a:pt x="792" y="0"/>
                    <a:pt x="709" y="17"/>
                    <a:pt x="614" y="56"/>
                  </a:cubicBezTo>
                  <a:cubicBezTo>
                    <a:pt x="0" y="363"/>
                    <a:pt x="614" y="1227"/>
                    <a:pt x="948" y="1506"/>
                  </a:cubicBezTo>
                  <a:cubicBezTo>
                    <a:pt x="994" y="1574"/>
                    <a:pt x="1094" y="1660"/>
                    <a:pt x="1190" y="1660"/>
                  </a:cubicBezTo>
                  <a:cubicBezTo>
                    <a:pt x="1212" y="1660"/>
                    <a:pt x="1234" y="1655"/>
                    <a:pt x="1255" y="1645"/>
                  </a:cubicBezTo>
                  <a:cubicBezTo>
                    <a:pt x="1394" y="1617"/>
                    <a:pt x="1422" y="1422"/>
                    <a:pt x="1422" y="1227"/>
                  </a:cubicBezTo>
                  <a:cubicBezTo>
                    <a:pt x="1422" y="837"/>
                    <a:pt x="1380" y="0"/>
                    <a:pt x="86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677;p30"/>
            <p:cNvSpPr/>
            <p:nvPr/>
          </p:nvSpPr>
          <p:spPr>
            <a:xfrm>
              <a:off x="7997760" y="4300200"/>
              <a:ext cx="19800" cy="561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56160"/>
                <a:gd name="textAreaBottom" fmla="*/ 56520 h 56160"/>
              </a:gdLst>
              <a:ahLst/>
              <a:cxnLst/>
              <a:rect l="textAreaLeft" t="textAreaTop" r="textAreaRight" b="textAreaBottom"/>
              <a:pathLst>
                <a:path w="810" h="2276">
                  <a:moveTo>
                    <a:pt x="287" y="1"/>
                  </a:moveTo>
                  <a:cubicBezTo>
                    <a:pt x="113" y="1"/>
                    <a:pt x="57" y="373"/>
                    <a:pt x="57" y="631"/>
                  </a:cubicBezTo>
                  <a:cubicBezTo>
                    <a:pt x="1" y="1105"/>
                    <a:pt x="57" y="1579"/>
                    <a:pt x="196" y="2025"/>
                  </a:cubicBezTo>
                  <a:cubicBezTo>
                    <a:pt x="252" y="2081"/>
                    <a:pt x="252" y="2164"/>
                    <a:pt x="280" y="2192"/>
                  </a:cubicBezTo>
                  <a:cubicBezTo>
                    <a:pt x="308" y="2220"/>
                    <a:pt x="391" y="2276"/>
                    <a:pt x="447" y="2276"/>
                  </a:cubicBezTo>
                  <a:cubicBezTo>
                    <a:pt x="531" y="2220"/>
                    <a:pt x="558" y="2164"/>
                    <a:pt x="586" y="2081"/>
                  </a:cubicBezTo>
                  <a:cubicBezTo>
                    <a:pt x="726" y="1663"/>
                    <a:pt x="809" y="1189"/>
                    <a:pt x="726" y="743"/>
                  </a:cubicBezTo>
                  <a:cubicBezTo>
                    <a:pt x="698" y="548"/>
                    <a:pt x="642" y="380"/>
                    <a:pt x="558" y="213"/>
                  </a:cubicBezTo>
                  <a:cubicBezTo>
                    <a:pt x="447" y="61"/>
                    <a:pt x="357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678;p30"/>
            <p:cNvSpPr/>
            <p:nvPr/>
          </p:nvSpPr>
          <p:spPr>
            <a:xfrm>
              <a:off x="8144280" y="4245840"/>
              <a:ext cx="43560" cy="3456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1757" h="1398">
                  <a:moveTo>
                    <a:pt x="506" y="0"/>
                  </a:moveTo>
                  <a:cubicBezTo>
                    <a:pt x="354" y="0"/>
                    <a:pt x="223" y="56"/>
                    <a:pt x="168" y="223"/>
                  </a:cubicBezTo>
                  <a:cubicBezTo>
                    <a:pt x="1" y="557"/>
                    <a:pt x="586" y="920"/>
                    <a:pt x="809" y="1143"/>
                  </a:cubicBezTo>
                  <a:cubicBezTo>
                    <a:pt x="962" y="1270"/>
                    <a:pt x="1114" y="1397"/>
                    <a:pt x="1309" y="1397"/>
                  </a:cubicBezTo>
                  <a:cubicBezTo>
                    <a:pt x="1328" y="1397"/>
                    <a:pt x="1347" y="1396"/>
                    <a:pt x="1367" y="1393"/>
                  </a:cubicBezTo>
                  <a:cubicBezTo>
                    <a:pt x="1534" y="1338"/>
                    <a:pt x="1673" y="1170"/>
                    <a:pt x="1701" y="1003"/>
                  </a:cubicBezTo>
                  <a:cubicBezTo>
                    <a:pt x="1757" y="836"/>
                    <a:pt x="1673" y="641"/>
                    <a:pt x="1562" y="501"/>
                  </a:cubicBezTo>
                  <a:cubicBezTo>
                    <a:pt x="1478" y="362"/>
                    <a:pt x="1283" y="278"/>
                    <a:pt x="1144" y="195"/>
                  </a:cubicBezTo>
                  <a:cubicBezTo>
                    <a:pt x="1009" y="128"/>
                    <a:pt x="734" y="0"/>
                    <a:pt x="5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679;p30"/>
            <p:cNvSpPr/>
            <p:nvPr/>
          </p:nvSpPr>
          <p:spPr>
            <a:xfrm>
              <a:off x="8139600" y="4352040"/>
              <a:ext cx="42480" cy="3456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1726" h="1401">
                  <a:moveTo>
                    <a:pt x="690" y="1"/>
                  </a:moveTo>
                  <a:cubicBezTo>
                    <a:pt x="0" y="1"/>
                    <a:pt x="732" y="991"/>
                    <a:pt x="973" y="1232"/>
                  </a:cubicBezTo>
                  <a:cubicBezTo>
                    <a:pt x="1079" y="1316"/>
                    <a:pt x="1200" y="1401"/>
                    <a:pt x="1325" y="1401"/>
                  </a:cubicBezTo>
                  <a:cubicBezTo>
                    <a:pt x="1365" y="1401"/>
                    <a:pt x="1406" y="1392"/>
                    <a:pt x="1447" y="1372"/>
                  </a:cubicBezTo>
                  <a:cubicBezTo>
                    <a:pt x="1586" y="1316"/>
                    <a:pt x="1614" y="1121"/>
                    <a:pt x="1670" y="981"/>
                  </a:cubicBezTo>
                  <a:cubicBezTo>
                    <a:pt x="1698" y="842"/>
                    <a:pt x="1726" y="703"/>
                    <a:pt x="1698" y="563"/>
                  </a:cubicBezTo>
                  <a:cubicBezTo>
                    <a:pt x="1614" y="340"/>
                    <a:pt x="1391" y="229"/>
                    <a:pt x="1140" y="117"/>
                  </a:cubicBezTo>
                  <a:cubicBezTo>
                    <a:pt x="1029" y="89"/>
                    <a:pt x="917" y="6"/>
                    <a:pt x="778" y="6"/>
                  </a:cubicBezTo>
                  <a:cubicBezTo>
                    <a:pt x="746" y="2"/>
                    <a:pt x="717" y="1"/>
                    <a:pt x="69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680;p30"/>
            <p:cNvSpPr/>
            <p:nvPr/>
          </p:nvSpPr>
          <p:spPr>
            <a:xfrm>
              <a:off x="7931880" y="4443120"/>
              <a:ext cx="23400" cy="5508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55080"/>
                <a:gd name="textAreaBottom" fmla="*/ 55440 h 55080"/>
              </a:gdLst>
              <a:ahLst/>
              <a:cxnLst/>
              <a:rect l="textAreaLeft" t="textAreaTop" r="textAreaRight" b="textAreaBottom"/>
              <a:pathLst>
                <a:path w="947" h="2233">
                  <a:moveTo>
                    <a:pt x="395" y="1"/>
                  </a:moveTo>
                  <a:cubicBezTo>
                    <a:pt x="0" y="1"/>
                    <a:pt x="8" y="1502"/>
                    <a:pt x="55" y="1779"/>
                  </a:cubicBezTo>
                  <a:cubicBezTo>
                    <a:pt x="110" y="1919"/>
                    <a:pt x="138" y="2058"/>
                    <a:pt x="250" y="2142"/>
                  </a:cubicBezTo>
                  <a:cubicBezTo>
                    <a:pt x="308" y="2181"/>
                    <a:pt x="393" y="2233"/>
                    <a:pt x="487" y="2233"/>
                  </a:cubicBezTo>
                  <a:cubicBezTo>
                    <a:pt x="527" y="2233"/>
                    <a:pt x="570" y="2223"/>
                    <a:pt x="612" y="2197"/>
                  </a:cubicBezTo>
                  <a:cubicBezTo>
                    <a:pt x="724" y="2142"/>
                    <a:pt x="751" y="2030"/>
                    <a:pt x="807" y="1919"/>
                  </a:cubicBezTo>
                  <a:cubicBezTo>
                    <a:pt x="891" y="1584"/>
                    <a:pt x="947" y="1222"/>
                    <a:pt x="891" y="887"/>
                  </a:cubicBezTo>
                  <a:cubicBezTo>
                    <a:pt x="891" y="636"/>
                    <a:pt x="835" y="413"/>
                    <a:pt x="696" y="218"/>
                  </a:cubicBezTo>
                  <a:cubicBezTo>
                    <a:pt x="576" y="65"/>
                    <a:pt x="477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681;p30"/>
            <p:cNvSpPr/>
            <p:nvPr/>
          </p:nvSpPr>
          <p:spPr>
            <a:xfrm>
              <a:off x="7719480" y="4427280"/>
              <a:ext cx="31680" cy="51120"/>
            </a:xfrm>
            <a:custGeom>
              <a:avLst/>
              <a:gdLst>
                <a:gd name="textAreaLeft" fmla="*/ 0 w 31680"/>
                <a:gd name="textAreaRight" fmla="*/ 32040 w 3168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1284" h="2067">
                  <a:moveTo>
                    <a:pt x="923" y="1"/>
                  </a:moveTo>
                  <a:cubicBezTo>
                    <a:pt x="786" y="1"/>
                    <a:pt x="664" y="139"/>
                    <a:pt x="558" y="244"/>
                  </a:cubicBezTo>
                  <a:cubicBezTo>
                    <a:pt x="224" y="579"/>
                    <a:pt x="29" y="1025"/>
                    <a:pt x="1" y="1526"/>
                  </a:cubicBezTo>
                  <a:cubicBezTo>
                    <a:pt x="1" y="1721"/>
                    <a:pt x="29" y="1972"/>
                    <a:pt x="196" y="2056"/>
                  </a:cubicBezTo>
                  <a:cubicBezTo>
                    <a:pt x="224" y="2063"/>
                    <a:pt x="254" y="2066"/>
                    <a:pt x="284" y="2066"/>
                  </a:cubicBezTo>
                  <a:cubicBezTo>
                    <a:pt x="376" y="2066"/>
                    <a:pt x="475" y="2035"/>
                    <a:pt x="558" y="1972"/>
                  </a:cubicBezTo>
                  <a:cubicBezTo>
                    <a:pt x="642" y="1917"/>
                    <a:pt x="726" y="1805"/>
                    <a:pt x="781" y="1694"/>
                  </a:cubicBezTo>
                  <a:cubicBezTo>
                    <a:pt x="1004" y="1415"/>
                    <a:pt x="1200" y="1108"/>
                    <a:pt x="1255" y="746"/>
                  </a:cubicBezTo>
                  <a:cubicBezTo>
                    <a:pt x="1283" y="551"/>
                    <a:pt x="1255" y="188"/>
                    <a:pt x="1060" y="49"/>
                  </a:cubicBezTo>
                  <a:cubicBezTo>
                    <a:pt x="1013" y="15"/>
                    <a:pt x="967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682;p30"/>
            <p:cNvSpPr/>
            <p:nvPr/>
          </p:nvSpPr>
          <p:spPr>
            <a:xfrm>
              <a:off x="7429320" y="4203720"/>
              <a:ext cx="57600" cy="3276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328" h="1337">
                  <a:moveTo>
                    <a:pt x="1539" y="1"/>
                  </a:moveTo>
                  <a:cubicBezTo>
                    <a:pt x="1199" y="1"/>
                    <a:pt x="817" y="76"/>
                    <a:pt x="669" y="113"/>
                  </a:cubicBezTo>
                  <a:cubicBezTo>
                    <a:pt x="530" y="169"/>
                    <a:pt x="362" y="224"/>
                    <a:pt x="251" y="336"/>
                  </a:cubicBezTo>
                  <a:cubicBezTo>
                    <a:pt x="112" y="447"/>
                    <a:pt x="28" y="587"/>
                    <a:pt x="0" y="754"/>
                  </a:cubicBezTo>
                  <a:cubicBezTo>
                    <a:pt x="0" y="949"/>
                    <a:pt x="139" y="1172"/>
                    <a:pt x="335" y="1284"/>
                  </a:cubicBezTo>
                  <a:cubicBezTo>
                    <a:pt x="435" y="1321"/>
                    <a:pt x="536" y="1336"/>
                    <a:pt x="634" y="1336"/>
                  </a:cubicBezTo>
                  <a:cubicBezTo>
                    <a:pt x="753" y="1336"/>
                    <a:pt x="869" y="1314"/>
                    <a:pt x="976" y="1284"/>
                  </a:cubicBezTo>
                  <a:cubicBezTo>
                    <a:pt x="1171" y="1200"/>
                    <a:pt x="1366" y="1088"/>
                    <a:pt x="1561" y="1005"/>
                  </a:cubicBezTo>
                  <a:cubicBezTo>
                    <a:pt x="1728" y="893"/>
                    <a:pt x="1951" y="754"/>
                    <a:pt x="2063" y="587"/>
                  </a:cubicBezTo>
                  <a:cubicBezTo>
                    <a:pt x="2327" y="120"/>
                    <a:pt x="1967" y="1"/>
                    <a:pt x="15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683;p30"/>
            <p:cNvSpPr/>
            <p:nvPr/>
          </p:nvSpPr>
          <p:spPr>
            <a:xfrm>
              <a:off x="7527240" y="4336560"/>
              <a:ext cx="30960" cy="2808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1255" h="1136">
                  <a:moveTo>
                    <a:pt x="777" y="1"/>
                  </a:moveTo>
                  <a:cubicBezTo>
                    <a:pt x="476" y="1"/>
                    <a:pt x="103" y="540"/>
                    <a:pt x="56" y="772"/>
                  </a:cubicBezTo>
                  <a:cubicBezTo>
                    <a:pt x="0" y="884"/>
                    <a:pt x="56" y="995"/>
                    <a:pt x="112" y="1051"/>
                  </a:cubicBezTo>
                  <a:cubicBezTo>
                    <a:pt x="166" y="1105"/>
                    <a:pt x="243" y="1136"/>
                    <a:pt x="314" y="1136"/>
                  </a:cubicBezTo>
                  <a:cubicBezTo>
                    <a:pt x="352" y="1136"/>
                    <a:pt x="389" y="1126"/>
                    <a:pt x="419" y="1107"/>
                  </a:cubicBezTo>
                  <a:cubicBezTo>
                    <a:pt x="697" y="995"/>
                    <a:pt x="1255" y="410"/>
                    <a:pt x="948" y="75"/>
                  </a:cubicBezTo>
                  <a:cubicBezTo>
                    <a:pt x="896" y="23"/>
                    <a:pt x="838" y="1"/>
                    <a:pt x="7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684;p30"/>
            <p:cNvSpPr/>
            <p:nvPr/>
          </p:nvSpPr>
          <p:spPr>
            <a:xfrm>
              <a:off x="7445160" y="4177800"/>
              <a:ext cx="239760" cy="275040"/>
            </a:xfrm>
            <a:custGeom>
              <a:avLst/>
              <a:gdLst>
                <a:gd name="textAreaLeft" fmla="*/ 0 w 239760"/>
                <a:gd name="textAreaRight" fmla="*/ 240120 w 239760"/>
                <a:gd name="textAreaTop" fmla="*/ 0 h 275040"/>
                <a:gd name="textAreaBottom" fmla="*/ 275400 h 275040"/>
              </a:gdLst>
              <a:ahLst/>
              <a:cxnLst/>
              <a:rect l="textAreaLeft" t="textAreaTop" r="textAreaRight" b="textAreaBottom"/>
              <a:pathLst>
                <a:path w="9646" h="11066">
                  <a:moveTo>
                    <a:pt x="1653" y="1"/>
                  </a:moveTo>
                  <a:cubicBezTo>
                    <a:pt x="1090" y="1"/>
                    <a:pt x="584" y="182"/>
                    <a:pt x="223" y="647"/>
                  </a:cubicBezTo>
                  <a:cubicBezTo>
                    <a:pt x="0" y="926"/>
                    <a:pt x="0" y="1344"/>
                    <a:pt x="28" y="1706"/>
                  </a:cubicBezTo>
                  <a:cubicBezTo>
                    <a:pt x="195" y="3239"/>
                    <a:pt x="1115" y="4745"/>
                    <a:pt x="1896" y="6027"/>
                  </a:cubicBezTo>
                  <a:cubicBezTo>
                    <a:pt x="2453" y="6919"/>
                    <a:pt x="3039" y="7755"/>
                    <a:pt x="3735" y="8508"/>
                  </a:cubicBezTo>
                  <a:cubicBezTo>
                    <a:pt x="4711" y="9595"/>
                    <a:pt x="5882" y="10599"/>
                    <a:pt x="7276" y="10961"/>
                  </a:cubicBezTo>
                  <a:cubicBezTo>
                    <a:pt x="7502" y="11026"/>
                    <a:pt x="7750" y="11065"/>
                    <a:pt x="7996" y="11065"/>
                  </a:cubicBezTo>
                  <a:cubicBezTo>
                    <a:pt x="8385" y="11065"/>
                    <a:pt x="8769" y="10966"/>
                    <a:pt x="9060" y="10710"/>
                  </a:cubicBezTo>
                  <a:cubicBezTo>
                    <a:pt x="9422" y="10348"/>
                    <a:pt x="9617" y="9846"/>
                    <a:pt x="9617" y="9316"/>
                  </a:cubicBezTo>
                  <a:cubicBezTo>
                    <a:pt x="9645" y="8369"/>
                    <a:pt x="9227" y="7477"/>
                    <a:pt x="8837" y="6585"/>
                  </a:cubicBezTo>
                  <a:cubicBezTo>
                    <a:pt x="8000" y="4856"/>
                    <a:pt x="7025" y="3072"/>
                    <a:pt x="5575" y="1790"/>
                  </a:cubicBezTo>
                  <a:cubicBezTo>
                    <a:pt x="4801" y="1115"/>
                    <a:pt x="3050" y="1"/>
                    <a:pt x="165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685;p30"/>
            <p:cNvSpPr/>
            <p:nvPr/>
          </p:nvSpPr>
          <p:spPr>
            <a:xfrm>
              <a:off x="8205480" y="4343040"/>
              <a:ext cx="149760" cy="19080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6022" h="7680">
                  <a:moveTo>
                    <a:pt x="5534" y="0"/>
                  </a:moveTo>
                  <a:cubicBezTo>
                    <a:pt x="5334" y="0"/>
                    <a:pt x="5280" y="289"/>
                    <a:pt x="5185" y="477"/>
                  </a:cubicBezTo>
                  <a:cubicBezTo>
                    <a:pt x="4544" y="1871"/>
                    <a:pt x="3680" y="3181"/>
                    <a:pt x="2677" y="4352"/>
                  </a:cubicBezTo>
                  <a:cubicBezTo>
                    <a:pt x="2119" y="5021"/>
                    <a:pt x="1478" y="5578"/>
                    <a:pt x="781" y="6080"/>
                  </a:cubicBezTo>
                  <a:cubicBezTo>
                    <a:pt x="558" y="6275"/>
                    <a:pt x="279" y="6470"/>
                    <a:pt x="140" y="6749"/>
                  </a:cubicBezTo>
                  <a:cubicBezTo>
                    <a:pt x="1" y="7028"/>
                    <a:pt x="1" y="7418"/>
                    <a:pt x="279" y="7585"/>
                  </a:cubicBezTo>
                  <a:cubicBezTo>
                    <a:pt x="358" y="7651"/>
                    <a:pt x="456" y="7680"/>
                    <a:pt x="558" y="7680"/>
                  </a:cubicBezTo>
                  <a:cubicBezTo>
                    <a:pt x="671" y="7680"/>
                    <a:pt x="790" y="7644"/>
                    <a:pt x="893" y="7585"/>
                  </a:cubicBezTo>
                  <a:cubicBezTo>
                    <a:pt x="1116" y="7474"/>
                    <a:pt x="1255" y="7334"/>
                    <a:pt x="1422" y="7167"/>
                  </a:cubicBezTo>
                  <a:cubicBezTo>
                    <a:pt x="1729" y="6861"/>
                    <a:pt x="2036" y="6526"/>
                    <a:pt x="2370" y="6192"/>
                  </a:cubicBezTo>
                  <a:cubicBezTo>
                    <a:pt x="3346" y="5216"/>
                    <a:pt x="4321" y="4240"/>
                    <a:pt x="5046" y="3042"/>
                  </a:cubicBezTo>
                  <a:cubicBezTo>
                    <a:pt x="5464" y="2401"/>
                    <a:pt x="5910" y="1481"/>
                    <a:pt x="5994" y="672"/>
                  </a:cubicBezTo>
                  <a:cubicBezTo>
                    <a:pt x="6022" y="449"/>
                    <a:pt x="5910" y="115"/>
                    <a:pt x="5659" y="31"/>
                  </a:cubicBezTo>
                  <a:cubicBezTo>
                    <a:pt x="5612" y="10"/>
                    <a:pt x="5571" y="0"/>
                    <a:pt x="5534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686;p30"/>
            <p:cNvSpPr/>
            <p:nvPr/>
          </p:nvSpPr>
          <p:spPr>
            <a:xfrm>
              <a:off x="5720400" y="4148280"/>
              <a:ext cx="917280" cy="591480"/>
            </a:xfrm>
            <a:custGeom>
              <a:avLst/>
              <a:gdLst>
                <a:gd name="textAreaLeft" fmla="*/ 0 w 917280"/>
                <a:gd name="textAreaRight" fmla="*/ 917640 w 917280"/>
                <a:gd name="textAreaTop" fmla="*/ 0 h 591480"/>
                <a:gd name="textAreaBottom" fmla="*/ 591840 h 591480"/>
              </a:gdLst>
              <a:ahLst/>
              <a:cxnLst/>
              <a:rect l="textAreaLeft" t="textAreaTop" r="textAreaRight" b="textAreaBottom"/>
              <a:pathLst>
                <a:path w="36853" h="23763">
                  <a:moveTo>
                    <a:pt x="18580" y="1"/>
                  </a:moveTo>
                  <a:cubicBezTo>
                    <a:pt x="13747" y="1"/>
                    <a:pt x="8972" y="1487"/>
                    <a:pt x="5715" y="4502"/>
                  </a:cubicBezTo>
                  <a:cubicBezTo>
                    <a:pt x="5297" y="4892"/>
                    <a:pt x="4879" y="5310"/>
                    <a:pt x="4489" y="5757"/>
                  </a:cubicBezTo>
                  <a:cubicBezTo>
                    <a:pt x="1757" y="8934"/>
                    <a:pt x="1" y="13534"/>
                    <a:pt x="2175" y="17353"/>
                  </a:cubicBezTo>
                  <a:cubicBezTo>
                    <a:pt x="3820" y="20196"/>
                    <a:pt x="7137" y="21701"/>
                    <a:pt x="10315" y="22537"/>
                  </a:cubicBezTo>
                  <a:cubicBezTo>
                    <a:pt x="13339" y="23360"/>
                    <a:pt x="16481" y="23763"/>
                    <a:pt x="19615" y="23763"/>
                  </a:cubicBezTo>
                  <a:cubicBezTo>
                    <a:pt x="21046" y="23763"/>
                    <a:pt x="22475" y="23679"/>
                    <a:pt x="23890" y="23513"/>
                  </a:cubicBezTo>
                  <a:cubicBezTo>
                    <a:pt x="26204" y="23234"/>
                    <a:pt x="28462" y="22760"/>
                    <a:pt x="30552" y="21729"/>
                  </a:cubicBezTo>
                  <a:cubicBezTo>
                    <a:pt x="32615" y="20698"/>
                    <a:pt x="34455" y="19081"/>
                    <a:pt x="35431" y="17046"/>
                  </a:cubicBezTo>
                  <a:cubicBezTo>
                    <a:pt x="36852" y="14035"/>
                    <a:pt x="36378" y="10356"/>
                    <a:pt x="34594" y="7568"/>
                  </a:cubicBezTo>
                  <a:cubicBezTo>
                    <a:pt x="31352" y="2555"/>
                    <a:pt x="24917" y="1"/>
                    <a:pt x="185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687;p30"/>
            <p:cNvSpPr/>
            <p:nvPr/>
          </p:nvSpPr>
          <p:spPr>
            <a:xfrm>
              <a:off x="5859360" y="4148280"/>
              <a:ext cx="718200" cy="382680"/>
            </a:xfrm>
            <a:custGeom>
              <a:avLst/>
              <a:gdLst>
                <a:gd name="textAreaLeft" fmla="*/ 0 w 718200"/>
                <a:gd name="textAreaRight" fmla="*/ 718560 w 718200"/>
                <a:gd name="textAreaTop" fmla="*/ 0 h 382680"/>
                <a:gd name="textAreaBottom" fmla="*/ 383040 h 382680"/>
              </a:gdLst>
              <a:ahLst/>
              <a:cxnLst/>
              <a:rect l="textAreaLeft" t="textAreaTop" r="textAreaRight" b="textAreaBottom"/>
              <a:pathLst>
                <a:path w="28852" h="15382">
                  <a:moveTo>
                    <a:pt x="12913" y="1"/>
                  </a:moveTo>
                  <a:cubicBezTo>
                    <a:pt x="11762" y="1"/>
                    <a:pt x="10620" y="89"/>
                    <a:pt x="9506" y="245"/>
                  </a:cubicBezTo>
                  <a:cubicBezTo>
                    <a:pt x="10063" y="942"/>
                    <a:pt x="10481" y="1527"/>
                    <a:pt x="10481" y="1527"/>
                  </a:cubicBezTo>
                  <a:cubicBezTo>
                    <a:pt x="10481" y="1527"/>
                    <a:pt x="7889" y="2029"/>
                    <a:pt x="6411" y="2615"/>
                  </a:cubicBezTo>
                  <a:cubicBezTo>
                    <a:pt x="3847" y="3618"/>
                    <a:pt x="1840" y="4817"/>
                    <a:pt x="0" y="6907"/>
                  </a:cubicBezTo>
                  <a:cubicBezTo>
                    <a:pt x="2788" y="6238"/>
                    <a:pt x="5631" y="5765"/>
                    <a:pt x="8502" y="5514"/>
                  </a:cubicBezTo>
                  <a:cubicBezTo>
                    <a:pt x="8821" y="5477"/>
                    <a:pt x="9150" y="5450"/>
                    <a:pt x="9475" y="5450"/>
                  </a:cubicBezTo>
                  <a:cubicBezTo>
                    <a:pt x="10144" y="5450"/>
                    <a:pt x="10802" y="5566"/>
                    <a:pt x="11345" y="5960"/>
                  </a:cubicBezTo>
                  <a:cubicBezTo>
                    <a:pt x="12014" y="6461"/>
                    <a:pt x="12321" y="7242"/>
                    <a:pt x="12600" y="8022"/>
                  </a:cubicBezTo>
                  <a:cubicBezTo>
                    <a:pt x="13408" y="10392"/>
                    <a:pt x="13854" y="12873"/>
                    <a:pt x="13938" y="15381"/>
                  </a:cubicBezTo>
                  <a:cubicBezTo>
                    <a:pt x="16251" y="13514"/>
                    <a:pt x="17840" y="10698"/>
                    <a:pt x="18203" y="7744"/>
                  </a:cubicBezTo>
                  <a:cubicBezTo>
                    <a:pt x="18286" y="7158"/>
                    <a:pt x="18314" y="6517"/>
                    <a:pt x="18677" y="6043"/>
                  </a:cubicBezTo>
                  <a:cubicBezTo>
                    <a:pt x="19150" y="5346"/>
                    <a:pt x="20098" y="5123"/>
                    <a:pt x="20962" y="5068"/>
                  </a:cubicBezTo>
                  <a:cubicBezTo>
                    <a:pt x="21229" y="5049"/>
                    <a:pt x="21496" y="5040"/>
                    <a:pt x="21763" y="5040"/>
                  </a:cubicBezTo>
                  <a:cubicBezTo>
                    <a:pt x="24284" y="5040"/>
                    <a:pt x="26784" y="5863"/>
                    <a:pt x="28851" y="7326"/>
                  </a:cubicBezTo>
                  <a:cubicBezTo>
                    <a:pt x="26956" y="4622"/>
                    <a:pt x="24168" y="2615"/>
                    <a:pt x="20962" y="1444"/>
                  </a:cubicBezTo>
                  <a:cubicBezTo>
                    <a:pt x="20238" y="1378"/>
                    <a:pt x="19501" y="1349"/>
                    <a:pt x="18764" y="1349"/>
                  </a:cubicBezTo>
                  <a:cubicBezTo>
                    <a:pt x="17940" y="1349"/>
                    <a:pt x="17116" y="1385"/>
                    <a:pt x="16307" y="1444"/>
                  </a:cubicBezTo>
                  <a:cubicBezTo>
                    <a:pt x="16303" y="1444"/>
                    <a:pt x="16299" y="1444"/>
                    <a:pt x="16295" y="1444"/>
                  </a:cubicBezTo>
                  <a:cubicBezTo>
                    <a:pt x="15945" y="1444"/>
                    <a:pt x="14798" y="326"/>
                    <a:pt x="14495" y="106"/>
                  </a:cubicBezTo>
                  <a:cubicBezTo>
                    <a:pt x="14439" y="78"/>
                    <a:pt x="14412" y="78"/>
                    <a:pt x="14384" y="50"/>
                  </a:cubicBezTo>
                  <a:cubicBezTo>
                    <a:pt x="13893" y="17"/>
                    <a:pt x="13402" y="1"/>
                    <a:pt x="1291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688;p30"/>
            <p:cNvSpPr/>
            <p:nvPr/>
          </p:nvSpPr>
          <p:spPr>
            <a:xfrm>
              <a:off x="6322320" y="4463280"/>
              <a:ext cx="246240" cy="20016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0 h 200160"/>
                <a:gd name="textAreaBottom" fmla="*/ 200520 h 200160"/>
              </a:gdLst>
              <a:ahLst/>
              <a:cxnLst/>
              <a:rect l="textAreaLeft" t="textAreaTop" r="textAreaRight" b="textAreaBottom"/>
              <a:pathLst>
                <a:path fill="none" w="9897" h="8057">
                  <a:moveTo>
                    <a:pt x="9562" y="1"/>
                  </a:moveTo>
                  <a:cubicBezTo>
                    <a:pt x="9897" y="1534"/>
                    <a:pt x="9423" y="3206"/>
                    <a:pt x="8419" y="4433"/>
                  </a:cubicBezTo>
                  <a:cubicBezTo>
                    <a:pt x="7471" y="5687"/>
                    <a:pt x="6050" y="6523"/>
                    <a:pt x="4600" y="7081"/>
                  </a:cubicBezTo>
                  <a:cubicBezTo>
                    <a:pt x="3151" y="7639"/>
                    <a:pt x="1562" y="7889"/>
                    <a:pt x="1" y="8057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689;p30"/>
            <p:cNvSpPr/>
            <p:nvPr/>
          </p:nvSpPr>
          <p:spPr>
            <a:xfrm>
              <a:off x="6249960" y="4667400"/>
              <a:ext cx="35640" cy="252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fill="none" w="1451" h="112">
                  <a:moveTo>
                    <a:pt x="1450" y="0"/>
                  </a:moveTo>
                  <a:cubicBezTo>
                    <a:pt x="949" y="112"/>
                    <a:pt x="503" y="112"/>
                    <a:pt x="1" y="56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690;p30"/>
            <p:cNvSpPr/>
            <p:nvPr/>
          </p:nvSpPr>
          <p:spPr>
            <a:xfrm>
              <a:off x="6141240" y="4186800"/>
              <a:ext cx="14400" cy="3168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fill="none" w="586" h="1283">
                  <a:moveTo>
                    <a:pt x="0" y="0"/>
                  </a:moveTo>
                  <a:cubicBezTo>
                    <a:pt x="279" y="363"/>
                    <a:pt x="474" y="781"/>
                    <a:pt x="586" y="1283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691;p30"/>
            <p:cNvSpPr/>
            <p:nvPr/>
          </p:nvSpPr>
          <p:spPr>
            <a:xfrm>
              <a:off x="5925960" y="4642200"/>
              <a:ext cx="131400" cy="3168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fill="none" w="5297" h="1283">
                  <a:moveTo>
                    <a:pt x="0" y="1"/>
                  </a:moveTo>
                  <a:cubicBezTo>
                    <a:pt x="1673" y="725"/>
                    <a:pt x="3429" y="1143"/>
                    <a:pt x="5296" y="1283"/>
                  </a:cubicBezTo>
                </a:path>
              </a:pathLst>
            </a:custGeom>
            <a:solidFill>
              <a:schemeClr val="dk1"/>
            </a:solidFill>
            <a:ln cap="rnd" w="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692;p30"/>
            <p:cNvSpPr/>
            <p:nvPr/>
          </p:nvSpPr>
          <p:spPr>
            <a:xfrm>
              <a:off x="5812920" y="4370040"/>
              <a:ext cx="130320" cy="191520"/>
            </a:xfrm>
            <a:custGeom>
              <a:avLst/>
              <a:gdLst>
                <a:gd name="textAreaLeft" fmla="*/ 0 w 130320"/>
                <a:gd name="textAreaRight" fmla="*/ 130680 w 130320"/>
                <a:gd name="textAreaTop" fmla="*/ 0 h 191520"/>
                <a:gd name="textAreaBottom" fmla="*/ 191880 h 191520"/>
              </a:gdLst>
              <a:ahLst/>
              <a:cxnLst/>
              <a:rect l="textAreaLeft" t="textAreaTop" r="textAreaRight" b="textAreaBottom"/>
              <a:pathLst>
                <a:path w="5241" h="7712">
                  <a:moveTo>
                    <a:pt x="2337" y="1"/>
                  </a:moveTo>
                  <a:cubicBezTo>
                    <a:pt x="973" y="1"/>
                    <a:pt x="47" y="1816"/>
                    <a:pt x="0" y="3122"/>
                  </a:cubicBezTo>
                  <a:cubicBezTo>
                    <a:pt x="0" y="4098"/>
                    <a:pt x="307" y="4990"/>
                    <a:pt x="753" y="5882"/>
                  </a:cubicBezTo>
                  <a:cubicBezTo>
                    <a:pt x="1060" y="6467"/>
                    <a:pt x="1450" y="7053"/>
                    <a:pt x="2007" y="7387"/>
                  </a:cubicBezTo>
                  <a:cubicBezTo>
                    <a:pt x="2316" y="7588"/>
                    <a:pt x="2692" y="7711"/>
                    <a:pt x="3056" y="7711"/>
                  </a:cubicBezTo>
                  <a:cubicBezTo>
                    <a:pt x="3351" y="7711"/>
                    <a:pt x="3638" y="7630"/>
                    <a:pt x="3875" y="7443"/>
                  </a:cubicBezTo>
                  <a:cubicBezTo>
                    <a:pt x="4154" y="7220"/>
                    <a:pt x="4377" y="6913"/>
                    <a:pt x="4516" y="6607"/>
                  </a:cubicBezTo>
                  <a:cubicBezTo>
                    <a:pt x="5213" y="5102"/>
                    <a:pt x="5241" y="3318"/>
                    <a:pt x="4572" y="1840"/>
                  </a:cubicBezTo>
                  <a:cubicBezTo>
                    <a:pt x="4265" y="1171"/>
                    <a:pt x="3847" y="530"/>
                    <a:pt x="3178" y="223"/>
                  </a:cubicBezTo>
                  <a:cubicBezTo>
                    <a:pt x="2883" y="69"/>
                    <a:pt x="2602" y="1"/>
                    <a:pt x="233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693;p30"/>
            <p:cNvSpPr/>
            <p:nvPr/>
          </p:nvSpPr>
          <p:spPr>
            <a:xfrm>
              <a:off x="6346440" y="4360680"/>
              <a:ext cx="178920" cy="23688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7193" h="9523">
                  <a:moveTo>
                    <a:pt x="5725" y="0"/>
                  </a:moveTo>
                  <a:cubicBezTo>
                    <a:pt x="4767" y="0"/>
                    <a:pt x="3602" y="1118"/>
                    <a:pt x="2927" y="1829"/>
                  </a:cubicBezTo>
                  <a:cubicBezTo>
                    <a:pt x="1673" y="3139"/>
                    <a:pt x="725" y="4756"/>
                    <a:pt x="251" y="6484"/>
                  </a:cubicBezTo>
                  <a:cubicBezTo>
                    <a:pt x="112" y="6986"/>
                    <a:pt x="1" y="7488"/>
                    <a:pt x="84" y="8017"/>
                  </a:cubicBezTo>
                  <a:cubicBezTo>
                    <a:pt x="140" y="8547"/>
                    <a:pt x="391" y="9021"/>
                    <a:pt x="837" y="9299"/>
                  </a:cubicBezTo>
                  <a:cubicBezTo>
                    <a:pt x="1074" y="9452"/>
                    <a:pt x="1364" y="9522"/>
                    <a:pt x="1654" y="9522"/>
                  </a:cubicBezTo>
                  <a:cubicBezTo>
                    <a:pt x="1841" y="9522"/>
                    <a:pt x="2028" y="9493"/>
                    <a:pt x="2203" y="9439"/>
                  </a:cubicBezTo>
                  <a:cubicBezTo>
                    <a:pt x="2649" y="9355"/>
                    <a:pt x="3067" y="9076"/>
                    <a:pt x="3429" y="8826"/>
                  </a:cubicBezTo>
                  <a:cubicBezTo>
                    <a:pt x="5325" y="7432"/>
                    <a:pt x="6663" y="5258"/>
                    <a:pt x="7053" y="2944"/>
                  </a:cubicBezTo>
                  <a:cubicBezTo>
                    <a:pt x="7137" y="2331"/>
                    <a:pt x="7192" y="1717"/>
                    <a:pt x="6969" y="1160"/>
                  </a:cubicBezTo>
                  <a:cubicBezTo>
                    <a:pt x="6680" y="312"/>
                    <a:pt x="6231" y="0"/>
                    <a:pt x="572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694;p30"/>
            <p:cNvSpPr/>
            <p:nvPr/>
          </p:nvSpPr>
          <p:spPr>
            <a:xfrm rot="8100000">
              <a:off x="7746120" y="22723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fill="none" w="8726" h="8809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cap="rnd" w="952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4" name="Google Shape;695;p30"/>
          <p:cNvSpPr/>
          <p:nvPr/>
        </p:nvSpPr>
        <p:spPr>
          <a:xfrm>
            <a:off x="3976200" y="38682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" name="Google Shape;696;p30"/>
          <p:cNvSpPr/>
          <p:nvPr/>
        </p:nvSpPr>
        <p:spPr>
          <a:xfrm rot="3636600">
            <a:off x="683640" y="402984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" name=""/>
          <p:cNvSpPr/>
          <p:nvPr/>
        </p:nvSpPr>
        <p:spPr>
          <a:xfrm>
            <a:off x="961920" y="905040"/>
            <a:ext cx="66196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Agromart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7" name=""/>
          <p:cNvSpPr/>
          <p:nvPr/>
        </p:nvSpPr>
        <p:spPr>
          <a:xfrm>
            <a:off x="961920" y="2695680"/>
            <a:ext cx="280008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A web marketplace connecting farmers and consumers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image_0:slide_img_PgbFjg.jpg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"/>
          <p:cNvSpPr/>
          <p:nvPr/>
        </p:nvSpPr>
        <p:spPr>
          <a:xfrm>
            <a:off x="5048280" y="1905120"/>
            <a:ext cx="361908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Agromart is a web-based platform that connects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farmers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and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consumers/vendors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to eliminate intermediaries and improve market access.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The system supports listings, bidding, order management, and online payments for transparent agricultural trade.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0" name=""/>
          <p:cNvSpPr/>
          <p:nvPr/>
        </p:nvSpPr>
        <p:spPr>
          <a:xfrm>
            <a:off x="5048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Introduction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1025;p35"/>
          <p:cNvSpPr/>
          <p:nvPr/>
        </p:nvSpPr>
        <p:spPr>
          <a:xfrm flipH="1">
            <a:off x="215280" y="1040400"/>
            <a:ext cx="4341960" cy="3787560"/>
          </a:xfrm>
          <a:custGeom>
            <a:avLst/>
            <a:gdLst>
              <a:gd name="textAreaLeft" fmla="*/ -360 w 4341960"/>
              <a:gd name="textAreaRight" fmla="*/ 4341960 w 4341960"/>
              <a:gd name="textAreaTop" fmla="*/ 0 h 3787560"/>
              <a:gd name="textAreaBottom" fmla="*/ 3787920 h 378756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2" name="Google Shape;1028;p35"/>
          <p:cNvGrpSpPr/>
          <p:nvPr/>
        </p:nvGrpSpPr>
        <p:grpSpPr>
          <a:xfrm>
            <a:off x="3708720" y="3641760"/>
            <a:ext cx="1085760" cy="1185840"/>
            <a:chOff x="3708720" y="3641760"/>
            <a:chExt cx="1085760" cy="1185840"/>
          </a:xfrm>
        </p:grpSpPr>
        <p:sp>
          <p:nvSpPr>
            <p:cNvPr id="313" name="Google Shape;1029;p35"/>
            <p:cNvSpPr/>
            <p:nvPr/>
          </p:nvSpPr>
          <p:spPr>
            <a:xfrm>
              <a:off x="3708720" y="3641760"/>
              <a:ext cx="1085760" cy="988200"/>
            </a:xfrm>
            <a:custGeom>
              <a:avLst/>
              <a:gdLst>
                <a:gd name="textAreaLeft" fmla="*/ 0 w 1085760"/>
                <a:gd name="textAreaRight" fmla="*/ 1086120 w 1085760"/>
                <a:gd name="textAreaTop" fmla="*/ 0 h 988200"/>
                <a:gd name="textAreaBottom" fmla="*/ 988560 h 988200"/>
              </a:gdLst>
              <a:ahLst/>
              <a:cxnLst/>
              <a:rect l="textAreaLeft" t="textAreaTop" r="textAreaRight" b="textAreaBottom"/>
              <a:pathLst>
                <a:path w="26203" h="23852">
                  <a:moveTo>
                    <a:pt x="13254" y="0"/>
                  </a:moveTo>
                  <a:cubicBezTo>
                    <a:pt x="9423" y="0"/>
                    <a:pt x="5701" y="1562"/>
                    <a:pt x="3391" y="4890"/>
                  </a:cubicBezTo>
                  <a:cubicBezTo>
                    <a:pt x="1" y="9691"/>
                    <a:pt x="869" y="17014"/>
                    <a:pt x="5317" y="20893"/>
                  </a:cubicBezTo>
                  <a:cubicBezTo>
                    <a:pt x="7521" y="22803"/>
                    <a:pt x="10471" y="23852"/>
                    <a:pt x="13403" y="23852"/>
                  </a:cubicBezTo>
                  <a:cubicBezTo>
                    <a:pt x="14260" y="23852"/>
                    <a:pt x="15115" y="23762"/>
                    <a:pt x="15950" y="23578"/>
                  </a:cubicBezTo>
                  <a:cubicBezTo>
                    <a:pt x="20696" y="22493"/>
                    <a:pt x="24602" y="18343"/>
                    <a:pt x="25362" y="13515"/>
                  </a:cubicBezTo>
                  <a:cubicBezTo>
                    <a:pt x="26202" y="8009"/>
                    <a:pt x="23002" y="2313"/>
                    <a:pt x="17658" y="686"/>
                  </a:cubicBezTo>
                  <a:cubicBezTo>
                    <a:pt x="16224" y="233"/>
                    <a:pt x="14731" y="0"/>
                    <a:pt x="1325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030;p35"/>
            <p:cNvSpPr/>
            <p:nvPr/>
          </p:nvSpPr>
          <p:spPr>
            <a:xfrm>
              <a:off x="3963600" y="4529160"/>
              <a:ext cx="368640" cy="298440"/>
            </a:xfrm>
            <a:custGeom>
              <a:avLst/>
              <a:gdLst>
                <a:gd name="textAreaLeft" fmla="*/ 0 w 368640"/>
                <a:gd name="textAreaRight" fmla="*/ 369000 w 368640"/>
                <a:gd name="textAreaTop" fmla="*/ 0 h 298440"/>
                <a:gd name="textAreaBottom" fmla="*/ 298800 h 298440"/>
              </a:gdLst>
              <a:ahLst/>
              <a:cxnLst/>
              <a:rect l="textAreaLeft" t="textAreaTop" r="textAreaRight" b="textAreaBottom"/>
              <a:pathLst>
                <a:path w="14756" h="11954">
                  <a:moveTo>
                    <a:pt x="6109" y="1"/>
                  </a:moveTo>
                  <a:cubicBezTo>
                    <a:pt x="5608" y="1"/>
                    <a:pt x="5106" y="51"/>
                    <a:pt x="4611" y="157"/>
                  </a:cubicBezTo>
                  <a:cubicBezTo>
                    <a:pt x="2658" y="591"/>
                    <a:pt x="895" y="2056"/>
                    <a:pt x="407" y="3982"/>
                  </a:cubicBezTo>
                  <a:cubicBezTo>
                    <a:pt x="0" y="5609"/>
                    <a:pt x="543" y="7372"/>
                    <a:pt x="1546" y="8755"/>
                  </a:cubicBezTo>
                  <a:cubicBezTo>
                    <a:pt x="2976" y="10782"/>
                    <a:pt x="5279" y="11953"/>
                    <a:pt x="7559" y="11953"/>
                  </a:cubicBezTo>
                  <a:cubicBezTo>
                    <a:pt x="9216" y="11953"/>
                    <a:pt x="10862" y="11334"/>
                    <a:pt x="12152" y="9976"/>
                  </a:cubicBezTo>
                  <a:cubicBezTo>
                    <a:pt x="14593" y="7399"/>
                    <a:pt x="14756" y="4280"/>
                    <a:pt x="11799" y="2083"/>
                  </a:cubicBezTo>
                  <a:cubicBezTo>
                    <a:pt x="10208" y="840"/>
                    <a:pt x="8161" y="1"/>
                    <a:pt x="610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031;p35"/>
            <p:cNvSpPr/>
            <p:nvPr/>
          </p:nvSpPr>
          <p:spPr>
            <a:xfrm>
              <a:off x="4160160" y="4513320"/>
              <a:ext cx="127080" cy="12960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5100" h="5194">
                  <a:moveTo>
                    <a:pt x="2631" y="1"/>
                  </a:moveTo>
                  <a:cubicBezTo>
                    <a:pt x="2686" y="624"/>
                    <a:pt x="2496" y="1248"/>
                    <a:pt x="2116" y="1709"/>
                  </a:cubicBezTo>
                  <a:cubicBezTo>
                    <a:pt x="1845" y="1058"/>
                    <a:pt x="1411" y="489"/>
                    <a:pt x="814" y="82"/>
                  </a:cubicBezTo>
                  <a:cubicBezTo>
                    <a:pt x="624" y="489"/>
                    <a:pt x="597" y="950"/>
                    <a:pt x="760" y="1357"/>
                  </a:cubicBezTo>
                  <a:cubicBezTo>
                    <a:pt x="895" y="1764"/>
                    <a:pt x="1221" y="2143"/>
                    <a:pt x="1601" y="2333"/>
                  </a:cubicBezTo>
                  <a:cubicBezTo>
                    <a:pt x="950" y="2387"/>
                    <a:pt x="353" y="2740"/>
                    <a:pt x="0" y="3283"/>
                  </a:cubicBezTo>
                  <a:cubicBezTo>
                    <a:pt x="279" y="3577"/>
                    <a:pt x="666" y="3734"/>
                    <a:pt x="1048" y="3734"/>
                  </a:cubicBezTo>
                  <a:cubicBezTo>
                    <a:pt x="1299" y="3734"/>
                    <a:pt x="1548" y="3666"/>
                    <a:pt x="1763" y="3527"/>
                  </a:cubicBezTo>
                  <a:lnTo>
                    <a:pt x="1763" y="3527"/>
                  </a:lnTo>
                  <a:cubicBezTo>
                    <a:pt x="1682" y="4015"/>
                    <a:pt x="1736" y="4557"/>
                    <a:pt x="1980" y="4964"/>
                  </a:cubicBezTo>
                  <a:cubicBezTo>
                    <a:pt x="2026" y="5079"/>
                    <a:pt x="2111" y="5193"/>
                    <a:pt x="2234" y="5193"/>
                  </a:cubicBezTo>
                  <a:cubicBezTo>
                    <a:pt x="2257" y="5193"/>
                    <a:pt x="2281" y="5190"/>
                    <a:pt x="2306" y="5181"/>
                  </a:cubicBezTo>
                  <a:cubicBezTo>
                    <a:pt x="2441" y="5181"/>
                    <a:pt x="2523" y="5046"/>
                    <a:pt x="2577" y="4964"/>
                  </a:cubicBezTo>
                  <a:cubicBezTo>
                    <a:pt x="2794" y="4585"/>
                    <a:pt x="2903" y="4151"/>
                    <a:pt x="2848" y="3689"/>
                  </a:cubicBezTo>
                  <a:lnTo>
                    <a:pt x="2848" y="3689"/>
                  </a:lnTo>
                  <a:cubicBezTo>
                    <a:pt x="3280" y="4027"/>
                    <a:pt x="3816" y="4196"/>
                    <a:pt x="4366" y="4196"/>
                  </a:cubicBezTo>
                  <a:cubicBezTo>
                    <a:pt x="4610" y="4196"/>
                    <a:pt x="4858" y="4163"/>
                    <a:pt x="5100" y="4096"/>
                  </a:cubicBezTo>
                  <a:cubicBezTo>
                    <a:pt x="4530" y="3744"/>
                    <a:pt x="3987" y="3337"/>
                    <a:pt x="3391" y="2957"/>
                  </a:cubicBezTo>
                  <a:cubicBezTo>
                    <a:pt x="4015" y="2577"/>
                    <a:pt x="4421" y="1899"/>
                    <a:pt x="4476" y="1194"/>
                  </a:cubicBezTo>
                  <a:lnTo>
                    <a:pt x="4476" y="1194"/>
                  </a:lnTo>
                  <a:cubicBezTo>
                    <a:pt x="4042" y="1221"/>
                    <a:pt x="3635" y="1330"/>
                    <a:pt x="3255" y="1574"/>
                  </a:cubicBezTo>
                  <a:cubicBezTo>
                    <a:pt x="3364" y="977"/>
                    <a:pt x="3120" y="299"/>
                    <a:pt x="26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0" bIns="64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032;p35"/>
            <p:cNvSpPr/>
            <p:nvPr/>
          </p:nvSpPr>
          <p:spPr>
            <a:xfrm>
              <a:off x="4013640" y="4546800"/>
              <a:ext cx="142200" cy="12816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5697" h="5145">
                  <a:moveTo>
                    <a:pt x="3572" y="1"/>
                  </a:moveTo>
                  <a:cubicBezTo>
                    <a:pt x="2881" y="1"/>
                    <a:pt x="2117" y="353"/>
                    <a:pt x="1601" y="748"/>
                  </a:cubicBezTo>
                  <a:cubicBezTo>
                    <a:pt x="923" y="1318"/>
                    <a:pt x="380" y="2077"/>
                    <a:pt x="163" y="2945"/>
                  </a:cubicBezTo>
                  <a:cubicBezTo>
                    <a:pt x="1" y="3569"/>
                    <a:pt x="28" y="4328"/>
                    <a:pt x="489" y="4762"/>
                  </a:cubicBezTo>
                  <a:cubicBezTo>
                    <a:pt x="760" y="5033"/>
                    <a:pt x="1142" y="5144"/>
                    <a:pt x="1526" y="5144"/>
                  </a:cubicBezTo>
                  <a:cubicBezTo>
                    <a:pt x="1643" y="5144"/>
                    <a:pt x="1759" y="5134"/>
                    <a:pt x="1872" y="5115"/>
                  </a:cubicBezTo>
                  <a:cubicBezTo>
                    <a:pt x="2387" y="5007"/>
                    <a:pt x="2821" y="4735"/>
                    <a:pt x="3228" y="4464"/>
                  </a:cubicBezTo>
                  <a:cubicBezTo>
                    <a:pt x="4340" y="3677"/>
                    <a:pt x="5697" y="2267"/>
                    <a:pt x="4910" y="802"/>
                  </a:cubicBezTo>
                  <a:cubicBezTo>
                    <a:pt x="4612" y="218"/>
                    <a:pt x="4114" y="1"/>
                    <a:pt x="3572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033;p35"/>
            <p:cNvSpPr/>
            <p:nvPr/>
          </p:nvSpPr>
          <p:spPr>
            <a:xfrm>
              <a:off x="4156920" y="4704120"/>
              <a:ext cx="104040" cy="8028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fill="none" w="4178" h="3229">
                  <a:moveTo>
                    <a:pt x="4178" y="0"/>
                  </a:moveTo>
                  <a:cubicBezTo>
                    <a:pt x="3934" y="923"/>
                    <a:pt x="3364" y="1736"/>
                    <a:pt x="2632" y="2306"/>
                  </a:cubicBezTo>
                  <a:cubicBezTo>
                    <a:pt x="1872" y="2903"/>
                    <a:pt x="950" y="3228"/>
                    <a:pt x="1" y="3228"/>
                  </a:cubicBezTo>
                </a:path>
              </a:pathLst>
            </a:custGeom>
            <a:noFill/>
            <a:ln cap="rnd" w="1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034;p35"/>
            <p:cNvSpPr/>
            <p:nvPr/>
          </p:nvSpPr>
          <p:spPr>
            <a:xfrm>
              <a:off x="4108680" y="4778640"/>
              <a:ext cx="9000" cy="25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fill="none" w="381" h="110">
                  <a:moveTo>
                    <a:pt x="381" y="109"/>
                  </a:moveTo>
                  <a:cubicBezTo>
                    <a:pt x="245" y="82"/>
                    <a:pt x="136" y="55"/>
                    <a:pt x="1" y="1"/>
                  </a:cubicBezTo>
                </a:path>
              </a:pathLst>
            </a:custGeom>
            <a:noFill/>
            <a:ln cap="rnd" w="1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035;p35"/>
            <p:cNvSpPr/>
            <p:nvPr/>
          </p:nvSpPr>
          <p:spPr>
            <a:xfrm>
              <a:off x="3840840" y="3662280"/>
              <a:ext cx="562320" cy="549000"/>
            </a:xfrm>
            <a:custGeom>
              <a:avLst/>
              <a:gdLst>
                <a:gd name="textAreaLeft" fmla="*/ 0 w 562320"/>
                <a:gd name="textAreaRight" fmla="*/ 562680 w 562320"/>
                <a:gd name="textAreaTop" fmla="*/ 0 h 549000"/>
                <a:gd name="textAreaBottom" fmla="*/ 549360 h 549000"/>
              </a:gdLst>
              <a:ahLst/>
              <a:cxnLst/>
              <a:rect l="textAreaLeft" t="textAreaTop" r="textAreaRight" b="textAreaBottom"/>
              <a:pathLst>
                <a:path w="22514" h="21970">
                  <a:moveTo>
                    <a:pt x="17591" y="1"/>
                  </a:moveTo>
                  <a:cubicBezTo>
                    <a:pt x="17459" y="1"/>
                    <a:pt x="17327" y="10"/>
                    <a:pt x="17197" y="30"/>
                  </a:cubicBezTo>
                  <a:cubicBezTo>
                    <a:pt x="16546" y="139"/>
                    <a:pt x="15950" y="437"/>
                    <a:pt x="15434" y="844"/>
                  </a:cubicBezTo>
                  <a:cubicBezTo>
                    <a:pt x="14679" y="677"/>
                    <a:pt x="13865" y="611"/>
                    <a:pt x="13069" y="611"/>
                  </a:cubicBezTo>
                  <a:cubicBezTo>
                    <a:pt x="11922" y="611"/>
                    <a:pt x="10815" y="749"/>
                    <a:pt x="9983" y="925"/>
                  </a:cubicBezTo>
                  <a:cubicBezTo>
                    <a:pt x="8382" y="1251"/>
                    <a:pt x="6863" y="1902"/>
                    <a:pt x="5534" y="2851"/>
                  </a:cubicBezTo>
                  <a:cubicBezTo>
                    <a:pt x="1981" y="5401"/>
                    <a:pt x="1" y="10039"/>
                    <a:pt x="679" y="14379"/>
                  </a:cubicBezTo>
                  <a:cubicBezTo>
                    <a:pt x="950" y="16196"/>
                    <a:pt x="1737" y="18013"/>
                    <a:pt x="2930" y="19370"/>
                  </a:cubicBezTo>
                  <a:cubicBezTo>
                    <a:pt x="2795" y="19804"/>
                    <a:pt x="2713" y="20265"/>
                    <a:pt x="2930" y="20726"/>
                  </a:cubicBezTo>
                  <a:cubicBezTo>
                    <a:pt x="3147" y="21295"/>
                    <a:pt x="3744" y="21621"/>
                    <a:pt x="4341" y="21702"/>
                  </a:cubicBezTo>
                  <a:cubicBezTo>
                    <a:pt x="4391" y="21705"/>
                    <a:pt x="4440" y="21706"/>
                    <a:pt x="4490" y="21706"/>
                  </a:cubicBezTo>
                  <a:cubicBezTo>
                    <a:pt x="4928" y="21706"/>
                    <a:pt x="5364" y="21602"/>
                    <a:pt x="5778" y="21431"/>
                  </a:cubicBezTo>
                  <a:cubicBezTo>
                    <a:pt x="6724" y="21802"/>
                    <a:pt x="7732" y="21970"/>
                    <a:pt x="8752" y="21970"/>
                  </a:cubicBezTo>
                  <a:cubicBezTo>
                    <a:pt x="9225" y="21970"/>
                    <a:pt x="9700" y="21934"/>
                    <a:pt x="10172" y="21865"/>
                  </a:cubicBezTo>
                  <a:cubicBezTo>
                    <a:pt x="11827" y="21621"/>
                    <a:pt x="13400" y="21051"/>
                    <a:pt x="14892" y="20319"/>
                  </a:cubicBezTo>
                  <a:cubicBezTo>
                    <a:pt x="16926" y="19342"/>
                    <a:pt x="18825" y="18068"/>
                    <a:pt x="20208" y="16359"/>
                  </a:cubicBezTo>
                  <a:cubicBezTo>
                    <a:pt x="21646" y="14650"/>
                    <a:pt x="22514" y="12453"/>
                    <a:pt x="22378" y="10202"/>
                  </a:cubicBezTo>
                  <a:cubicBezTo>
                    <a:pt x="22242" y="7842"/>
                    <a:pt x="20968" y="5808"/>
                    <a:pt x="19476" y="3963"/>
                  </a:cubicBezTo>
                  <a:cubicBezTo>
                    <a:pt x="19611" y="3773"/>
                    <a:pt x="19693" y="3529"/>
                    <a:pt x="19801" y="3285"/>
                  </a:cubicBezTo>
                  <a:cubicBezTo>
                    <a:pt x="20045" y="2688"/>
                    <a:pt x="20154" y="1983"/>
                    <a:pt x="19883" y="1359"/>
                  </a:cubicBezTo>
                  <a:cubicBezTo>
                    <a:pt x="19526" y="502"/>
                    <a:pt x="18542" y="1"/>
                    <a:pt x="175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036;p35"/>
            <p:cNvSpPr/>
            <p:nvPr/>
          </p:nvSpPr>
          <p:spPr>
            <a:xfrm>
              <a:off x="4238280" y="3841560"/>
              <a:ext cx="131760" cy="26532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fill="none" w="5290" h="10634">
                  <a:moveTo>
                    <a:pt x="4205" y="1"/>
                  </a:moveTo>
                  <a:cubicBezTo>
                    <a:pt x="5018" y="1140"/>
                    <a:pt x="5290" y="2686"/>
                    <a:pt x="5073" y="4069"/>
                  </a:cubicBezTo>
                  <a:cubicBezTo>
                    <a:pt x="4829" y="5453"/>
                    <a:pt x="4150" y="6782"/>
                    <a:pt x="3228" y="7867"/>
                  </a:cubicBezTo>
                  <a:cubicBezTo>
                    <a:pt x="2306" y="8952"/>
                    <a:pt x="1194" y="9874"/>
                    <a:pt x="1" y="10633"/>
                  </a:cubicBezTo>
                </a:path>
              </a:pathLst>
            </a:custGeom>
            <a:noFill/>
            <a:ln cap="rnd" w="1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037;p35"/>
            <p:cNvSpPr/>
            <p:nvPr/>
          </p:nvSpPr>
          <p:spPr>
            <a:xfrm>
              <a:off x="4141800" y="4125600"/>
              <a:ext cx="51120" cy="1656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fill="none" w="2063" h="679">
                  <a:moveTo>
                    <a:pt x="2062" y="1"/>
                  </a:moveTo>
                  <a:cubicBezTo>
                    <a:pt x="1411" y="326"/>
                    <a:pt x="706" y="570"/>
                    <a:pt x="1" y="679"/>
                  </a:cubicBezTo>
                </a:path>
              </a:pathLst>
            </a:custGeom>
            <a:noFill/>
            <a:ln cap="rnd" w="1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038;p35"/>
            <p:cNvSpPr/>
            <p:nvPr/>
          </p:nvSpPr>
          <p:spPr>
            <a:xfrm>
              <a:off x="3886920" y="3956040"/>
              <a:ext cx="42480" cy="11916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119160"/>
                <a:gd name="textAreaBottom" fmla="*/ 119520 h 119160"/>
              </a:gdLst>
              <a:ahLst/>
              <a:cxnLst/>
              <a:rect l="textAreaLeft" t="textAreaTop" r="textAreaRight" b="textAreaBottom"/>
              <a:pathLst>
                <a:path fill="none" w="1710" h="4775">
                  <a:moveTo>
                    <a:pt x="272" y="1"/>
                  </a:moveTo>
                  <a:cubicBezTo>
                    <a:pt x="0" y="1683"/>
                    <a:pt x="543" y="3527"/>
                    <a:pt x="1709" y="4775"/>
                  </a:cubicBezTo>
                </a:path>
              </a:pathLst>
            </a:custGeom>
            <a:noFill/>
            <a:ln cap="rnd" w="1627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59760" bIns="59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039;p35"/>
            <p:cNvSpPr/>
            <p:nvPr/>
          </p:nvSpPr>
          <p:spPr>
            <a:xfrm>
              <a:off x="3955320" y="3716640"/>
              <a:ext cx="258840" cy="193320"/>
            </a:xfrm>
            <a:custGeom>
              <a:avLst/>
              <a:gdLst>
                <a:gd name="textAreaLeft" fmla="*/ 0 w 258840"/>
                <a:gd name="textAreaRight" fmla="*/ 259200 w 258840"/>
                <a:gd name="textAreaTop" fmla="*/ 0 h 193320"/>
                <a:gd name="textAreaBottom" fmla="*/ 193680 h 193320"/>
              </a:gdLst>
              <a:ahLst/>
              <a:cxnLst/>
              <a:rect l="textAreaLeft" t="textAreaTop" r="textAreaRight" b="textAreaBottom"/>
              <a:pathLst>
                <a:path w="10363" h="7744">
                  <a:moveTo>
                    <a:pt x="7235" y="0"/>
                  </a:moveTo>
                  <a:cubicBezTo>
                    <a:pt x="6045" y="0"/>
                    <a:pt x="4902" y="232"/>
                    <a:pt x="3825" y="795"/>
                  </a:cubicBezTo>
                  <a:cubicBezTo>
                    <a:pt x="2361" y="1500"/>
                    <a:pt x="1194" y="2721"/>
                    <a:pt x="462" y="4185"/>
                  </a:cubicBezTo>
                  <a:cubicBezTo>
                    <a:pt x="218" y="4619"/>
                    <a:pt x="55" y="5107"/>
                    <a:pt x="28" y="5596"/>
                  </a:cubicBezTo>
                  <a:cubicBezTo>
                    <a:pt x="1" y="6111"/>
                    <a:pt x="109" y="6626"/>
                    <a:pt x="408" y="7006"/>
                  </a:cubicBezTo>
                  <a:cubicBezTo>
                    <a:pt x="733" y="7440"/>
                    <a:pt x="1303" y="7684"/>
                    <a:pt x="1900" y="7738"/>
                  </a:cubicBezTo>
                  <a:cubicBezTo>
                    <a:pt x="1971" y="7742"/>
                    <a:pt x="2042" y="7744"/>
                    <a:pt x="2113" y="7744"/>
                  </a:cubicBezTo>
                  <a:cubicBezTo>
                    <a:pt x="2611" y="7744"/>
                    <a:pt x="3107" y="7660"/>
                    <a:pt x="3581" y="7494"/>
                  </a:cubicBezTo>
                  <a:cubicBezTo>
                    <a:pt x="5344" y="7006"/>
                    <a:pt x="6999" y="6138"/>
                    <a:pt x="8464" y="4999"/>
                  </a:cubicBezTo>
                  <a:cubicBezTo>
                    <a:pt x="9006" y="4592"/>
                    <a:pt x="9521" y="4104"/>
                    <a:pt x="9874" y="3507"/>
                  </a:cubicBezTo>
                  <a:cubicBezTo>
                    <a:pt x="10199" y="2938"/>
                    <a:pt x="10362" y="2178"/>
                    <a:pt x="10172" y="1527"/>
                  </a:cubicBezTo>
                  <a:cubicBezTo>
                    <a:pt x="9820" y="442"/>
                    <a:pt x="8653" y="35"/>
                    <a:pt x="7623" y="8"/>
                  </a:cubicBezTo>
                  <a:cubicBezTo>
                    <a:pt x="7493" y="3"/>
                    <a:pt x="7364" y="0"/>
                    <a:pt x="723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4" name="Google Shape;1041;p35"/>
          <p:cNvGrpSpPr/>
          <p:nvPr/>
        </p:nvGrpSpPr>
        <p:grpSpPr>
          <a:xfrm>
            <a:off x="1396080" y="3904920"/>
            <a:ext cx="2311920" cy="866880"/>
            <a:chOff x="1396080" y="3904920"/>
            <a:chExt cx="2311920" cy="866880"/>
          </a:xfrm>
        </p:grpSpPr>
        <p:grpSp>
          <p:nvGrpSpPr>
            <p:cNvPr id="325" name="Google Shape;1042;p35"/>
            <p:cNvGrpSpPr/>
            <p:nvPr/>
          </p:nvGrpSpPr>
          <p:grpSpPr>
            <a:xfrm>
              <a:off x="3126960" y="3904920"/>
              <a:ext cx="581040" cy="569160"/>
              <a:chOff x="3126960" y="3904920"/>
              <a:chExt cx="581040" cy="569160"/>
            </a:xfrm>
          </p:grpSpPr>
          <p:sp>
            <p:nvSpPr>
              <p:cNvPr id="326" name="Google Shape;1043;p35"/>
              <p:cNvSpPr/>
              <p:nvPr/>
            </p:nvSpPr>
            <p:spPr>
              <a:xfrm>
                <a:off x="3303360" y="3909960"/>
                <a:ext cx="184680" cy="147600"/>
              </a:xfrm>
              <a:custGeom>
                <a:avLst/>
                <a:gdLst>
                  <a:gd name="textAreaLeft" fmla="*/ 0 w 184680"/>
                  <a:gd name="textAreaRight" fmla="*/ 185040 w 184680"/>
                  <a:gd name="textAreaTop" fmla="*/ 0 h 147600"/>
                  <a:gd name="textAreaBottom" fmla="*/ 147960 h 147600"/>
                </a:gdLst>
                <a:ahLst/>
                <a:cxnLst/>
                <a:rect l="textAreaLeft" t="textAreaTop" r="textAreaRight" b="textAreaBottom"/>
                <a:pathLst>
                  <a:path w="7405" h="5925">
                    <a:moveTo>
                      <a:pt x="3450" y="1"/>
                    </a:moveTo>
                    <a:cubicBezTo>
                      <a:pt x="2769" y="1"/>
                      <a:pt x="2097" y="141"/>
                      <a:pt x="1519" y="479"/>
                    </a:cubicBezTo>
                    <a:cubicBezTo>
                      <a:pt x="624" y="995"/>
                      <a:pt x="0" y="1971"/>
                      <a:pt x="54" y="3002"/>
                    </a:cubicBezTo>
                    <a:cubicBezTo>
                      <a:pt x="136" y="3843"/>
                      <a:pt x="624" y="4629"/>
                      <a:pt x="1302" y="5118"/>
                    </a:cubicBezTo>
                    <a:cubicBezTo>
                      <a:pt x="2002" y="5653"/>
                      <a:pt x="2842" y="5924"/>
                      <a:pt x="3662" y="5924"/>
                    </a:cubicBezTo>
                    <a:cubicBezTo>
                      <a:pt x="4877" y="5924"/>
                      <a:pt x="6046" y="5329"/>
                      <a:pt x="6645" y="4114"/>
                    </a:cubicBezTo>
                    <a:cubicBezTo>
                      <a:pt x="7405" y="2487"/>
                      <a:pt x="7052" y="968"/>
                      <a:pt x="5289" y="317"/>
                    </a:cubicBezTo>
                    <a:cubicBezTo>
                      <a:pt x="4716" y="121"/>
                      <a:pt x="4079" y="1"/>
                      <a:pt x="34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800" bIns="73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" name="Google Shape;1044;p35"/>
              <p:cNvSpPr/>
              <p:nvPr/>
            </p:nvSpPr>
            <p:spPr>
              <a:xfrm>
                <a:off x="3255840" y="3904920"/>
                <a:ext cx="424800" cy="434160"/>
              </a:xfrm>
              <a:custGeom>
                <a:avLst/>
                <a:gdLst>
                  <a:gd name="textAreaLeft" fmla="*/ 0 w 424800"/>
                  <a:gd name="textAreaRight" fmla="*/ 425160 w 424800"/>
                  <a:gd name="textAreaTop" fmla="*/ 0 h 434160"/>
                  <a:gd name="textAreaBottom" fmla="*/ 434520 h 434160"/>
                </a:gdLst>
                <a:ahLst/>
                <a:cxnLst/>
                <a:rect l="textAreaLeft" t="textAreaTop" r="textAreaRight" b="textAreaBottom"/>
                <a:pathLst>
                  <a:path fill="none" w="17008" h="17387">
                    <a:moveTo>
                      <a:pt x="17007" y="0"/>
                    </a:moveTo>
                    <a:cubicBezTo>
                      <a:pt x="9087" y="2821"/>
                      <a:pt x="2631" y="9439"/>
                      <a:pt x="0" y="17387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" name="Google Shape;1045;p35"/>
              <p:cNvSpPr/>
              <p:nvPr/>
            </p:nvSpPr>
            <p:spPr>
              <a:xfrm>
                <a:off x="3436920" y="3966480"/>
                <a:ext cx="96480" cy="126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fill="none" w="3880" h="516">
                    <a:moveTo>
                      <a:pt x="3879" y="516"/>
                    </a:moveTo>
                    <a:cubicBezTo>
                      <a:pt x="2686" y="218"/>
                      <a:pt x="1221" y="1"/>
                      <a:pt x="1" y="109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80" bIns="6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" name="Google Shape;1046;p35"/>
              <p:cNvSpPr/>
              <p:nvPr/>
            </p:nvSpPr>
            <p:spPr>
              <a:xfrm>
                <a:off x="3581280" y="3954960"/>
                <a:ext cx="35640" cy="220680"/>
              </a:xfrm>
              <a:custGeom>
                <a:avLst/>
                <a:gdLst>
                  <a:gd name="textAreaLeft" fmla="*/ 0 w 35640"/>
                  <a:gd name="textAreaRight" fmla="*/ 36000 w 35640"/>
                  <a:gd name="textAreaTop" fmla="*/ 0 h 220680"/>
                  <a:gd name="textAreaBottom" fmla="*/ 221040 h 220680"/>
                </a:gdLst>
                <a:ahLst/>
                <a:cxnLst/>
                <a:rect l="textAreaLeft" t="textAreaTop" r="textAreaRight" b="textAreaBottom"/>
                <a:pathLst>
                  <a:path fill="none" w="1439" h="8843">
                    <a:moveTo>
                      <a:pt x="1" y="0"/>
                    </a:moveTo>
                    <a:cubicBezTo>
                      <a:pt x="1032" y="2821"/>
                      <a:pt x="1438" y="5859"/>
                      <a:pt x="1113" y="8843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" name="Google Shape;1047;p35"/>
              <p:cNvSpPr/>
              <p:nvPr/>
            </p:nvSpPr>
            <p:spPr>
              <a:xfrm>
                <a:off x="3362040" y="4147560"/>
                <a:ext cx="90720" cy="169200"/>
              </a:xfrm>
              <a:custGeom>
                <a:avLst/>
                <a:gdLst>
                  <a:gd name="textAreaLeft" fmla="*/ 0 w 90720"/>
                  <a:gd name="textAreaRight" fmla="*/ 91080 w 90720"/>
                  <a:gd name="textAreaTop" fmla="*/ 0 h 169200"/>
                  <a:gd name="textAreaBottom" fmla="*/ 169560 h 169200"/>
                </a:gdLst>
                <a:ahLst/>
                <a:cxnLst/>
                <a:rect l="textAreaLeft" t="textAreaTop" r="textAreaRight" b="textAreaBottom"/>
                <a:pathLst>
                  <a:path fill="none" w="3636" h="6782">
                    <a:moveTo>
                      <a:pt x="1" y="1"/>
                    </a:moveTo>
                    <a:cubicBezTo>
                      <a:pt x="1900" y="1818"/>
                      <a:pt x="3147" y="4151"/>
                      <a:pt x="3636" y="6782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4600" bIns="84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1" name="Google Shape;1048;p35"/>
              <p:cNvSpPr/>
              <p:nvPr/>
            </p:nvSpPr>
            <p:spPr>
              <a:xfrm>
                <a:off x="3232080" y="4087800"/>
                <a:ext cx="163080" cy="37080"/>
              </a:xfrm>
              <a:custGeom>
                <a:avLst/>
                <a:gdLst>
                  <a:gd name="textAreaLeft" fmla="*/ 0 w 163080"/>
                  <a:gd name="textAreaRight" fmla="*/ 163440 w 16308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fill="none" w="6537" h="1493">
                    <a:moveTo>
                      <a:pt x="6537" y="435"/>
                    </a:moveTo>
                    <a:cubicBezTo>
                      <a:pt x="4286" y="1"/>
                      <a:pt x="1980" y="380"/>
                      <a:pt x="0" y="1493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720" bIns="18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2" name="Google Shape;1049;p35"/>
              <p:cNvSpPr/>
              <p:nvPr/>
            </p:nvSpPr>
            <p:spPr>
              <a:xfrm>
                <a:off x="3389400" y="393012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2" h="2965">
                    <a:moveTo>
                      <a:pt x="1032" y="1"/>
                    </a:moveTo>
                    <a:cubicBezTo>
                      <a:pt x="1167" y="354"/>
                      <a:pt x="1113" y="733"/>
                      <a:pt x="977" y="1032"/>
                    </a:cubicBezTo>
                    <a:cubicBezTo>
                      <a:pt x="760" y="679"/>
                      <a:pt x="408" y="462"/>
                      <a:pt x="28" y="326"/>
                    </a:cubicBezTo>
                    <a:lnTo>
                      <a:pt x="28" y="326"/>
                    </a:lnTo>
                    <a:cubicBezTo>
                      <a:pt x="1" y="543"/>
                      <a:pt x="28" y="815"/>
                      <a:pt x="164" y="1059"/>
                    </a:cubicBezTo>
                    <a:cubicBezTo>
                      <a:pt x="299" y="1276"/>
                      <a:pt x="543" y="1438"/>
                      <a:pt x="787" y="1466"/>
                    </a:cubicBezTo>
                    <a:cubicBezTo>
                      <a:pt x="435" y="1574"/>
                      <a:pt x="136" y="1872"/>
                      <a:pt x="28" y="2225"/>
                    </a:cubicBezTo>
                    <a:cubicBezTo>
                      <a:pt x="163" y="2304"/>
                      <a:pt x="322" y="2345"/>
                      <a:pt x="479" y="2345"/>
                    </a:cubicBezTo>
                    <a:cubicBezTo>
                      <a:pt x="699" y="2345"/>
                      <a:pt x="916" y="2264"/>
                      <a:pt x="1059" y="2089"/>
                    </a:cubicBezTo>
                    <a:cubicBezTo>
                      <a:pt x="1059" y="2361"/>
                      <a:pt x="1194" y="2659"/>
                      <a:pt x="1357" y="2849"/>
                    </a:cubicBezTo>
                    <a:cubicBezTo>
                      <a:pt x="1424" y="2916"/>
                      <a:pt x="1473" y="2964"/>
                      <a:pt x="1548" y="2964"/>
                    </a:cubicBezTo>
                    <a:cubicBezTo>
                      <a:pt x="1564" y="2964"/>
                      <a:pt x="1582" y="2962"/>
                      <a:pt x="1601" y="2957"/>
                    </a:cubicBezTo>
                    <a:cubicBezTo>
                      <a:pt x="1655" y="2930"/>
                      <a:pt x="1710" y="2849"/>
                      <a:pt x="1710" y="2795"/>
                    </a:cubicBezTo>
                    <a:cubicBezTo>
                      <a:pt x="1764" y="2551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78" y="2134"/>
                      <a:pt x="2106" y="2182"/>
                      <a:pt x="2322" y="2182"/>
                    </a:cubicBezTo>
                    <a:cubicBezTo>
                      <a:pt x="2580" y="2182"/>
                      <a:pt x="2820" y="2114"/>
                      <a:pt x="3012" y="1981"/>
                    </a:cubicBezTo>
                    <a:lnTo>
                      <a:pt x="1900" y="1574"/>
                    </a:lnTo>
                    <a:cubicBezTo>
                      <a:pt x="2171" y="1276"/>
                      <a:pt x="2306" y="842"/>
                      <a:pt x="2252" y="435"/>
                    </a:cubicBezTo>
                    <a:lnTo>
                      <a:pt x="2252" y="435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62"/>
                      <a:pt x="1330" y="109"/>
                      <a:pt x="1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3" name="Google Shape;1050;p35"/>
              <p:cNvSpPr/>
              <p:nvPr/>
            </p:nvSpPr>
            <p:spPr>
              <a:xfrm>
                <a:off x="3359520" y="4266000"/>
                <a:ext cx="190800" cy="151200"/>
              </a:xfrm>
              <a:custGeom>
                <a:avLst/>
                <a:gdLst>
                  <a:gd name="textAreaLeft" fmla="*/ 0 w 190800"/>
                  <a:gd name="textAreaRight" fmla="*/ 191160 w 190800"/>
                  <a:gd name="textAreaTop" fmla="*/ 0 h 151200"/>
                  <a:gd name="textAreaBottom" fmla="*/ 151560 h 151200"/>
                </a:gdLst>
                <a:ahLst/>
                <a:cxnLst/>
                <a:rect l="textAreaLeft" t="textAreaTop" r="textAreaRight" b="textAreaBottom"/>
                <a:pathLst>
                  <a:path w="7650" h="6064">
                    <a:moveTo>
                      <a:pt x="3692" y="1"/>
                    </a:moveTo>
                    <a:cubicBezTo>
                      <a:pt x="2942" y="1"/>
                      <a:pt x="2188" y="168"/>
                      <a:pt x="1546" y="550"/>
                    </a:cubicBezTo>
                    <a:cubicBezTo>
                      <a:pt x="651" y="1092"/>
                      <a:pt x="0" y="2096"/>
                      <a:pt x="109" y="3154"/>
                    </a:cubicBezTo>
                    <a:cubicBezTo>
                      <a:pt x="190" y="4022"/>
                      <a:pt x="760" y="4808"/>
                      <a:pt x="1465" y="5324"/>
                    </a:cubicBezTo>
                    <a:cubicBezTo>
                      <a:pt x="2153" y="5813"/>
                      <a:pt x="2973" y="6063"/>
                      <a:pt x="3776" y="6063"/>
                    </a:cubicBezTo>
                    <a:cubicBezTo>
                      <a:pt x="5063" y="6063"/>
                      <a:pt x="6305" y="5422"/>
                      <a:pt x="6890" y="4103"/>
                    </a:cubicBezTo>
                    <a:cubicBezTo>
                      <a:pt x="7649" y="2394"/>
                      <a:pt x="7188" y="848"/>
                      <a:pt x="5371" y="279"/>
                    </a:cubicBezTo>
                    <a:cubicBezTo>
                      <a:pt x="4850" y="101"/>
                      <a:pt x="4272" y="1"/>
                      <a:pt x="36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600" bIns="75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4" name="Google Shape;1051;p35"/>
              <p:cNvSpPr/>
              <p:nvPr/>
            </p:nvSpPr>
            <p:spPr>
              <a:xfrm>
                <a:off x="3401640" y="4228920"/>
                <a:ext cx="74880" cy="7488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4880"/>
                  <a:gd name="textAreaBottom" fmla="*/ 75240 h 74880"/>
                </a:gdLst>
                <a:ahLst/>
                <a:cxnLst/>
                <a:rect l="textAreaLeft" t="textAreaTop" r="textAreaRight" b="textAreaBottom"/>
                <a:pathLst>
                  <a:path w="3011" h="3012">
                    <a:moveTo>
                      <a:pt x="2170" y="0"/>
                    </a:moveTo>
                    <a:lnTo>
                      <a:pt x="2170" y="0"/>
                    </a:lnTo>
                    <a:cubicBezTo>
                      <a:pt x="1980" y="353"/>
                      <a:pt x="1817" y="706"/>
                      <a:pt x="1655" y="1085"/>
                    </a:cubicBezTo>
                    <a:cubicBezTo>
                      <a:pt x="1403" y="783"/>
                      <a:pt x="1011" y="621"/>
                      <a:pt x="631" y="621"/>
                    </a:cubicBezTo>
                    <a:cubicBezTo>
                      <a:pt x="601" y="621"/>
                      <a:pt x="572" y="622"/>
                      <a:pt x="543" y="624"/>
                    </a:cubicBezTo>
                    <a:cubicBezTo>
                      <a:pt x="597" y="868"/>
                      <a:pt x="705" y="1113"/>
                      <a:pt x="841" y="1302"/>
                    </a:cubicBezTo>
                    <a:cubicBezTo>
                      <a:pt x="488" y="1302"/>
                      <a:pt x="136" y="1519"/>
                      <a:pt x="0" y="1818"/>
                    </a:cubicBezTo>
                    <a:cubicBezTo>
                      <a:pt x="102" y="1784"/>
                      <a:pt x="210" y="1768"/>
                      <a:pt x="318" y="1768"/>
                    </a:cubicBezTo>
                    <a:cubicBezTo>
                      <a:pt x="556" y="1768"/>
                      <a:pt x="799" y="1842"/>
                      <a:pt x="1004" y="1953"/>
                    </a:cubicBezTo>
                    <a:cubicBezTo>
                      <a:pt x="678" y="2143"/>
                      <a:pt x="407" y="2469"/>
                      <a:pt x="190" y="2821"/>
                    </a:cubicBezTo>
                    <a:cubicBezTo>
                      <a:pt x="286" y="2853"/>
                      <a:pt x="387" y="2869"/>
                      <a:pt x="488" y="2869"/>
                    </a:cubicBezTo>
                    <a:cubicBezTo>
                      <a:pt x="644" y="2869"/>
                      <a:pt x="802" y="2833"/>
                      <a:pt x="949" y="2767"/>
                    </a:cubicBezTo>
                    <a:cubicBezTo>
                      <a:pt x="1166" y="2631"/>
                      <a:pt x="1356" y="2442"/>
                      <a:pt x="1411" y="2198"/>
                    </a:cubicBezTo>
                    <a:cubicBezTo>
                      <a:pt x="1492" y="2577"/>
                      <a:pt x="1763" y="2876"/>
                      <a:pt x="2089" y="3011"/>
                    </a:cubicBezTo>
                    <a:cubicBezTo>
                      <a:pt x="2333" y="2713"/>
                      <a:pt x="2333" y="2252"/>
                      <a:pt x="2062" y="1981"/>
                    </a:cubicBezTo>
                    <a:lnTo>
                      <a:pt x="2062" y="1981"/>
                    </a:lnTo>
                    <a:cubicBezTo>
                      <a:pt x="2110" y="1990"/>
                      <a:pt x="2158" y="1995"/>
                      <a:pt x="2208" y="1995"/>
                    </a:cubicBezTo>
                    <a:cubicBezTo>
                      <a:pt x="2437" y="1995"/>
                      <a:pt x="2674" y="1897"/>
                      <a:pt x="2875" y="1764"/>
                    </a:cubicBezTo>
                    <a:cubicBezTo>
                      <a:pt x="2929" y="1682"/>
                      <a:pt x="3011" y="1628"/>
                      <a:pt x="2984" y="1547"/>
                    </a:cubicBezTo>
                    <a:cubicBezTo>
                      <a:pt x="2929" y="1492"/>
                      <a:pt x="2875" y="1438"/>
                      <a:pt x="2848" y="1411"/>
                    </a:cubicBezTo>
                    <a:cubicBezTo>
                      <a:pt x="2717" y="1353"/>
                      <a:pt x="2579" y="1326"/>
                      <a:pt x="2441" y="1326"/>
                    </a:cubicBezTo>
                    <a:cubicBezTo>
                      <a:pt x="2321" y="1326"/>
                      <a:pt x="2202" y="1346"/>
                      <a:pt x="2089" y="1384"/>
                    </a:cubicBezTo>
                    <a:cubicBezTo>
                      <a:pt x="2333" y="896"/>
                      <a:pt x="2360" y="407"/>
                      <a:pt x="2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440" bIns="37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5" name="Google Shape;1052;p35"/>
              <p:cNvSpPr/>
              <p:nvPr/>
            </p:nvSpPr>
            <p:spPr>
              <a:xfrm>
                <a:off x="3507840" y="4106880"/>
                <a:ext cx="200160" cy="172800"/>
              </a:xfrm>
              <a:custGeom>
                <a:avLst/>
                <a:gdLst>
                  <a:gd name="textAreaLeft" fmla="*/ 0 w 200160"/>
                  <a:gd name="textAreaRight" fmla="*/ 200520 w 200160"/>
                  <a:gd name="textAreaTop" fmla="*/ 0 h 172800"/>
                  <a:gd name="textAreaBottom" fmla="*/ 173160 h 172800"/>
                </a:gdLst>
                <a:ahLst/>
                <a:cxnLst/>
                <a:rect l="textAreaLeft" t="textAreaTop" r="textAreaRight" b="textAreaBottom"/>
                <a:pathLst>
                  <a:path w="8025" h="6933">
                    <a:moveTo>
                      <a:pt x="5046" y="1"/>
                    </a:moveTo>
                    <a:cubicBezTo>
                      <a:pt x="4975" y="1"/>
                      <a:pt x="4902" y="2"/>
                      <a:pt x="4829" y="6"/>
                    </a:cubicBezTo>
                    <a:cubicBezTo>
                      <a:pt x="3391" y="88"/>
                      <a:pt x="1872" y="684"/>
                      <a:pt x="950" y="1823"/>
                    </a:cubicBezTo>
                    <a:cubicBezTo>
                      <a:pt x="245" y="2746"/>
                      <a:pt x="1" y="4021"/>
                      <a:pt x="516" y="5078"/>
                    </a:cubicBezTo>
                    <a:cubicBezTo>
                      <a:pt x="950" y="5973"/>
                      <a:pt x="1845" y="6543"/>
                      <a:pt x="2740" y="6787"/>
                    </a:cubicBezTo>
                    <a:cubicBezTo>
                      <a:pt x="3114" y="6885"/>
                      <a:pt x="3494" y="6932"/>
                      <a:pt x="3869" y="6932"/>
                    </a:cubicBezTo>
                    <a:cubicBezTo>
                      <a:pt x="5884" y="6932"/>
                      <a:pt x="7756" y="5569"/>
                      <a:pt x="7894" y="3397"/>
                    </a:cubicBezTo>
                    <a:cubicBezTo>
                      <a:pt x="8024" y="1433"/>
                      <a:pt x="7018" y="1"/>
                      <a:pt x="5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400" bIns="86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6" name="Google Shape;1053;p35"/>
              <p:cNvSpPr/>
              <p:nvPr/>
            </p:nvSpPr>
            <p:spPr>
              <a:xfrm>
                <a:off x="3569760" y="4085280"/>
                <a:ext cx="84600" cy="6660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66600"/>
                  <a:gd name="textAreaBottom" fmla="*/ 66960 h 66600"/>
                </a:gdLst>
                <a:ahLst/>
                <a:cxnLst/>
                <a:rect l="textAreaLeft" t="textAreaTop" r="textAreaRight" b="textAreaBottom"/>
                <a:pathLst>
                  <a:path w="3392" h="2679">
                    <a:moveTo>
                      <a:pt x="2035" y="0"/>
                    </a:moveTo>
                    <a:cubicBezTo>
                      <a:pt x="1872" y="190"/>
                      <a:pt x="1737" y="380"/>
                      <a:pt x="1628" y="624"/>
                    </a:cubicBezTo>
                    <a:cubicBezTo>
                      <a:pt x="1489" y="369"/>
                      <a:pt x="1230" y="173"/>
                      <a:pt x="921" y="173"/>
                    </a:cubicBezTo>
                    <a:cubicBezTo>
                      <a:pt x="868" y="173"/>
                      <a:pt x="815" y="178"/>
                      <a:pt x="760" y="190"/>
                    </a:cubicBezTo>
                    <a:cubicBezTo>
                      <a:pt x="1004" y="407"/>
                      <a:pt x="1167" y="787"/>
                      <a:pt x="1167" y="1139"/>
                    </a:cubicBezTo>
                    <a:cubicBezTo>
                      <a:pt x="846" y="956"/>
                      <a:pt x="506" y="889"/>
                      <a:pt x="179" y="889"/>
                    </a:cubicBezTo>
                    <a:cubicBezTo>
                      <a:pt x="119" y="889"/>
                      <a:pt x="60" y="891"/>
                      <a:pt x="1" y="895"/>
                    </a:cubicBezTo>
                    <a:cubicBezTo>
                      <a:pt x="82" y="1139"/>
                      <a:pt x="245" y="1356"/>
                      <a:pt x="462" y="1492"/>
                    </a:cubicBezTo>
                    <a:cubicBezTo>
                      <a:pt x="591" y="1584"/>
                      <a:pt x="757" y="1639"/>
                      <a:pt x="936" y="1639"/>
                    </a:cubicBezTo>
                    <a:cubicBezTo>
                      <a:pt x="1020" y="1639"/>
                      <a:pt x="1107" y="1627"/>
                      <a:pt x="1194" y="1601"/>
                    </a:cubicBezTo>
                    <a:lnTo>
                      <a:pt x="1194" y="1601"/>
                    </a:lnTo>
                    <a:cubicBezTo>
                      <a:pt x="923" y="1872"/>
                      <a:pt x="787" y="2252"/>
                      <a:pt x="869" y="2631"/>
                    </a:cubicBezTo>
                    <a:cubicBezTo>
                      <a:pt x="899" y="2636"/>
                      <a:pt x="930" y="2638"/>
                      <a:pt x="961" y="2638"/>
                    </a:cubicBezTo>
                    <a:cubicBezTo>
                      <a:pt x="1289" y="2638"/>
                      <a:pt x="1638" y="2386"/>
                      <a:pt x="1737" y="2089"/>
                    </a:cubicBezTo>
                    <a:cubicBezTo>
                      <a:pt x="1872" y="2360"/>
                      <a:pt x="2089" y="2550"/>
                      <a:pt x="2333" y="2658"/>
                    </a:cubicBezTo>
                    <a:cubicBezTo>
                      <a:pt x="2374" y="2672"/>
                      <a:pt x="2422" y="2679"/>
                      <a:pt x="2466" y="2679"/>
                    </a:cubicBezTo>
                    <a:cubicBezTo>
                      <a:pt x="2510" y="2679"/>
                      <a:pt x="2550" y="2672"/>
                      <a:pt x="2578" y="2658"/>
                    </a:cubicBezTo>
                    <a:cubicBezTo>
                      <a:pt x="2605" y="2631"/>
                      <a:pt x="2605" y="2523"/>
                      <a:pt x="2605" y="2441"/>
                    </a:cubicBezTo>
                    <a:cubicBezTo>
                      <a:pt x="2578" y="2224"/>
                      <a:pt x="2442" y="1980"/>
                      <a:pt x="2279" y="1818"/>
                    </a:cubicBezTo>
                    <a:cubicBezTo>
                      <a:pt x="2713" y="1709"/>
                      <a:pt x="3174" y="1465"/>
                      <a:pt x="3391" y="1085"/>
                    </a:cubicBezTo>
                    <a:lnTo>
                      <a:pt x="3391" y="1085"/>
                    </a:lnTo>
                    <a:cubicBezTo>
                      <a:pt x="2984" y="1139"/>
                      <a:pt x="2632" y="1167"/>
                      <a:pt x="2225" y="1194"/>
                    </a:cubicBezTo>
                    <a:cubicBezTo>
                      <a:pt x="2361" y="787"/>
                      <a:pt x="2279" y="353"/>
                      <a:pt x="20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480" bIns="33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7" name="Google Shape;1054;p35"/>
              <p:cNvSpPr/>
              <p:nvPr/>
            </p:nvSpPr>
            <p:spPr>
              <a:xfrm>
                <a:off x="3126960" y="4067280"/>
                <a:ext cx="190800" cy="152640"/>
              </a:xfrm>
              <a:custGeom>
                <a:avLst/>
                <a:gdLst>
                  <a:gd name="textAreaLeft" fmla="*/ 0 w 190800"/>
                  <a:gd name="textAreaRight" fmla="*/ 191160 w 190800"/>
                  <a:gd name="textAreaTop" fmla="*/ 0 h 152640"/>
                  <a:gd name="textAreaBottom" fmla="*/ 153000 h 152640"/>
                </a:gdLst>
                <a:ahLst/>
                <a:cxnLst/>
                <a:rect l="textAreaLeft" t="textAreaTop" r="textAreaRight" b="textAreaBottom"/>
                <a:pathLst>
                  <a:path w="7650" h="6119">
                    <a:moveTo>
                      <a:pt x="3317" y="1"/>
                    </a:moveTo>
                    <a:cubicBezTo>
                      <a:pt x="2810" y="1"/>
                      <a:pt x="2310" y="87"/>
                      <a:pt x="1845" y="283"/>
                    </a:cubicBezTo>
                    <a:cubicBezTo>
                      <a:pt x="896" y="690"/>
                      <a:pt x="137" y="1612"/>
                      <a:pt x="55" y="2670"/>
                    </a:cubicBezTo>
                    <a:cubicBezTo>
                      <a:pt x="1" y="3538"/>
                      <a:pt x="462" y="4379"/>
                      <a:pt x="1086" y="5003"/>
                    </a:cubicBezTo>
                    <a:cubicBezTo>
                      <a:pt x="1829" y="5733"/>
                      <a:pt x="2827" y="6119"/>
                      <a:pt x="3808" y="6119"/>
                    </a:cubicBezTo>
                    <a:cubicBezTo>
                      <a:pt x="4902" y="6119"/>
                      <a:pt x="5974" y="5639"/>
                      <a:pt x="6646" y="4623"/>
                    </a:cubicBezTo>
                    <a:cubicBezTo>
                      <a:pt x="7650" y="3077"/>
                      <a:pt x="7460" y="1477"/>
                      <a:pt x="5724" y="582"/>
                    </a:cubicBezTo>
                    <a:cubicBezTo>
                      <a:pt x="4985" y="229"/>
                      <a:pt x="4142" y="1"/>
                      <a:pt x="3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6320" bIns="76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8" name="Google Shape;1055;p35"/>
              <p:cNvSpPr/>
              <p:nvPr/>
            </p:nvSpPr>
            <p:spPr>
              <a:xfrm>
                <a:off x="3256920" y="406080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2" h="2963">
                    <a:moveTo>
                      <a:pt x="1031" y="1"/>
                    </a:moveTo>
                    <a:cubicBezTo>
                      <a:pt x="1167" y="326"/>
                      <a:pt x="1113" y="706"/>
                      <a:pt x="977" y="1004"/>
                    </a:cubicBezTo>
                    <a:cubicBezTo>
                      <a:pt x="760" y="679"/>
                      <a:pt x="408" y="435"/>
                      <a:pt x="28" y="299"/>
                    </a:cubicBezTo>
                    <a:lnTo>
                      <a:pt x="28" y="299"/>
                    </a:lnTo>
                    <a:cubicBezTo>
                      <a:pt x="1" y="543"/>
                      <a:pt x="28" y="814"/>
                      <a:pt x="163" y="1059"/>
                    </a:cubicBezTo>
                    <a:cubicBezTo>
                      <a:pt x="299" y="1248"/>
                      <a:pt x="543" y="1411"/>
                      <a:pt x="787" y="1465"/>
                    </a:cubicBezTo>
                    <a:cubicBezTo>
                      <a:pt x="435" y="1547"/>
                      <a:pt x="136" y="1872"/>
                      <a:pt x="28" y="2198"/>
                    </a:cubicBezTo>
                    <a:cubicBezTo>
                      <a:pt x="161" y="2286"/>
                      <a:pt x="316" y="2330"/>
                      <a:pt x="470" y="2330"/>
                    </a:cubicBezTo>
                    <a:cubicBezTo>
                      <a:pt x="694" y="2330"/>
                      <a:pt x="914" y="2239"/>
                      <a:pt x="1059" y="2062"/>
                    </a:cubicBezTo>
                    <a:cubicBezTo>
                      <a:pt x="1059" y="2333"/>
                      <a:pt x="1194" y="2632"/>
                      <a:pt x="1357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1" y="2957"/>
                    </a:cubicBezTo>
                    <a:cubicBezTo>
                      <a:pt x="1655" y="2903"/>
                      <a:pt x="1710" y="2849"/>
                      <a:pt x="1710" y="2767"/>
                    </a:cubicBezTo>
                    <a:cubicBezTo>
                      <a:pt x="1764" y="2550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69" y="2130"/>
                      <a:pt x="2089" y="2173"/>
                      <a:pt x="2297" y="2173"/>
                    </a:cubicBezTo>
                    <a:cubicBezTo>
                      <a:pt x="2564" y="2173"/>
                      <a:pt x="2813" y="2103"/>
                      <a:pt x="3011" y="1981"/>
                    </a:cubicBezTo>
                    <a:lnTo>
                      <a:pt x="1899" y="1574"/>
                    </a:lnTo>
                    <a:cubicBezTo>
                      <a:pt x="2171" y="1248"/>
                      <a:pt x="2306" y="814"/>
                      <a:pt x="2252" y="408"/>
                    </a:cubicBezTo>
                    <a:lnTo>
                      <a:pt x="2252" y="408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35"/>
                      <a:pt x="1330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9" name="Google Shape;1056;p35"/>
              <p:cNvSpPr/>
              <p:nvPr/>
            </p:nvSpPr>
            <p:spPr>
              <a:xfrm>
                <a:off x="3147840" y="4309200"/>
                <a:ext cx="207000" cy="164880"/>
              </a:xfrm>
              <a:custGeom>
                <a:avLst/>
                <a:gdLst>
                  <a:gd name="textAreaLeft" fmla="*/ 0 w 207000"/>
                  <a:gd name="textAreaRight" fmla="*/ 207360 w 207000"/>
                  <a:gd name="textAreaTop" fmla="*/ 0 h 164880"/>
                  <a:gd name="textAreaBottom" fmla="*/ 165240 h 164880"/>
                </a:gdLst>
                <a:ahLst/>
                <a:cxnLst/>
                <a:rect l="textAreaLeft" t="textAreaTop" r="textAreaRight" b="textAreaBottom"/>
                <a:pathLst>
                  <a:path w="8301" h="6614">
                    <a:moveTo>
                      <a:pt x="3951" y="0"/>
                    </a:moveTo>
                    <a:cubicBezTo>
                      <a:pt x="3129" y="0"/>
                      <a:pt x="2314" y="187"/>
                      <a:pt x="1628" y="614"/>
                    </a:cubicBezTo>
                    <a:cubicBezTo>
                      <a:pt x="679" y="1211"/>
                      <a:pt x="1" y="2296"/>
                      <a:pt x="109" y="3462"/>
                    </a:cubicBezTo>
                    <a:cubicBezTo>
                      <a:pt x="191" y="4411"/>
                      <a:pt x="814" y="5252"/>
                      <a:pt x="1601" y="5795"/>
                    </a:cubicBezTo>
                    <a:cubicBezTo>
                      <a:pt x="2344" y="6342"/>
                      <a:pt x="3221" y="6614"/>
                      <a:pt x="4081" y="6614"/>
                    </a:cubicBezTo>
                    <a:cubicBezTo>
                      <a:pt x="5479" y="6614"/>
                      <a:pt x="6832" y="5893"/>
                      <a:pt x="7487" y="4466"/>
                    </a:cubicBezTo>
                    <a:cubicBezTo>
                      <a:pt x="8301" y="2648"/>
                      <a:pt x="7840" y="939"/>
                      <a:pt x="5832" y="316"/>
                    </a:cubicBezTo>
                    <a:cubicBezTo>
                      <a:pt x="5238" y="114"/>
                      <a:pt x="4592" y="0"/>
                      <a:pt x="39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440" bIns="82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0" name="Google Shape;1057;p35"/>
              <p:cNvSpPr/>
              <p:nvPr/>
            </p:nvSpPr>
            <p:spPr>
              <a:xfrm>
                <a:off x="3226680" y="427428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1" h="2963">
                    <a:moveTo>
                      <a:pt x="1031" y="1"/>
                    </a:moveTo>
                    <a:lnTo>
                      <a:pt x="1031" y="1"/>
                    </a:lnTo>
                    <a:cubicBezTo>
                      <a:pt x="1166" y="326"/>
                      <a:pt x="1112" y="706"/>
                      <a:pt x="977" y="1004"/>
                    </a:cubicBezTo>
                    <a:cubicBezTo>
                      <a:pt x="760" y="679"/>
                      <a:pt x="407" y="435"/>
                      <a:pt x="27" y="299"/>
                    </a:cubicBezTo>
                    <a:lnTo>
                      <a:pt x="27" y="299"/>
                    </a:lnTo>
                    <a:cubicBezTo>
                      <a:pt x="0" y="543"/>
                      <a:pt x="27" y="814"/>
                      <a:pt x="163" y="1059"/>
                    </a:cubicBezTo>
                    <a:cubicBezTo>
                      <a:pt x="298" y="1248"/>
                      <a:pt x="543" y="1411"/>
                      <a:pt x="787" y="1465"/>
                    </a:cubicBezTo>
                    <a:cubicBezTo>
                      <a:pt x="434" y="1547"/>
                      <a:pt x="136" y="1872"/>
                      <a:pt x="27" y="2198"/>
                    </a:cubicBezTo>
                    <a:cubicBezTo>
                      <a:pt x="160" y="2286"/>
                      <a:pt x="316" y="2330"/>
                      <a:pt x="470" y="2330"/>
                    </a:cubicBezTo>
                    <a:cubicBezTo>
                      <a:pt x="693" y="2330"/>
                      <a:pt x="914" y="2239"/>
                      <a:pt x="1058" y="2062"/>
                    </a:cubicBezTo>
                    <a:cubicBezTo>
                      <a:pt x="1058" y="2333"/>
                      <a:pt x="1194" y="2632"/>
                      <a:pt x="1356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0" y="2957"/>
                    </a:cubicBezTo>
                    <a:cubicBezTo>
                      <a:pt x="1655" y="2903"/>
                      <a:pt x="1709" y="2849"/>
                      <a:pt x="1709" y="2767"/>
                    </a:cubicBezTo>
                    <a:cubicBezTo>
                      <a:pt x="1763" y="2550"/>
                      <a:pt x="1763" y="2279"/>
                      <a:pt x="1655" y="2035"/>
                    </a:cubicBezTo>
                    <a:lnTo>
                      <a:pt x="1655" y="2035"/>
                    </a:lnTo>
                    <a:cubicBezTo>
                      <a:pt x="1857" y="2130"/>
                      <a:pt x="2064" y="2173"/>
                      <a:pt x="2268" y="2173"/>
                    </a:cubicBezTo>
                    <a:cubicBezTo>
                      <a:pt x="2528" y="2173"/>
                      <a:pt x="2782" y="2103"/>
                      <a:pt x="3011" y="1981"/>
                    </a:cubicBezTo>
                    <a:lnTo>
                      <a:pt x="1899" y="1574"/>
                    </a:lnTo>
                    <a:cubicBezTo>
                      <a:pt x="2170" y="1248"/>
                      <a:pt x="2306" y="814"/>
                      <a:pt x="2251" y="408"/>
                    </a:cubicBezTo>
                    <a:lnTo>
                      <a:pt x="2251" y="408"/>
                    </a:lnTo>
                    <a:cubicBezTo>
                      <a:pt x="2007" y="489"/>
                      <a:pt x="1790" y="625"/>
                      <a:pt x="1600" y="787"/>
                    </a:cubicBezTo>
                    <a:cubicBezTo>
                      <a:pt x="1573" y="435"/>
                      <a:pt x="1329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1" name="Google Shape;1058;p35"/>
              <p:cNvSpPr/>
              <p:nvPr/>
            </p:nvSpPr>
            <p:spPr>
              <a:xfrm>
                <a:off x="3324240" y="3929040"/>
                <a:ext cx="55440" cy="63720"/>
              </a:xfrm>
              <a:custGeom>
                <a:avLst/>
                <a:gdLst>
                  <a:gd name="textAreaLeft" fmla="*/ 0 w 55440"/>
                  <a:gd name="textAreaRight" fmla="*/ 55800 w 55440"/>
                  <a:gd name="textAreaTop" fmla="*/ 0 h 63720"/>
                  <a:gd name="textAreaBottom" fmla="*/ 64080 h 63720"/>
                </a:gdLst>
                <a:ahLst/>
                <a:cxnLst/>
                <a:rect l="textAreaLeft" t="textAreaTop" r="textAreaRight" b="textAreaBottom"/>
                <a:pathLst>
                  <a:path w="2226" h="2559">
                    <a:moveTo>
                      <a:pt x="1658" y="0"/>
                    </a:moveTo>
                    <a:cubicBezTo>
                      <a:pt x="1249" y="0"/>
                      <a:pt x="791" y="273"/>
                      <a:pt x="516" y="522"/>
                    </a:cubicBezTo>
                    <a:cubicBezTo>
                      <a:pt x="191" y="848"/>
                      <a:pt x="1" y="1309"/>
                      <a:pt x="28" y="1743"/>
                    </a:cubicBezTo>
                    <a:cubicBezTo>
                      <a:pt x="28" y="1905"/>
                      <a:pt x="55" y="2068"/>
                      <a:pt x="164" y="2258"/>
                    </a:cubicBezTo>
                    <a:cubicBezTo>
                      <a:pt x="272" y="2421"/>
                      <a:pt x="408" y="2529"/>
                      <a:pt x="571" y="2556"/>
                    </a:cubicBezTo>
                    <a:cubicBezTo>
                      <a:pt x="590" y="2558"/>
                      <a:pt x="609" y="2559"/>
                      <a:pt x="628" y="2559"/>
                    </a:cubicBezTo>
                    <a:cubicBezTo>
                      <a:pt x="903" y="2559"/>
                      <a:pt x="1154" y="2378"/>
                      <a:pt x="1357" y="2150"/>
                    </a:cubicBezTo>
                    <a:cubicBezTo>
                      <a:pt x="1656" y="1851"/>
                      <a:pt x="1927" y="1471"/>
                      <a:pt x="2062" y="1065"/>
                    </a:cubicBezTo>
                    <a:cubicBezTo>
                      <a:pt x="2171" y="739"/>
                      <a:pt x="2225" y="88"/>
                      <a:pt x="1764" y="7"/>
                    </a:cubicBezTo>
                    <a:cubicBezTo>
                      <a:pt x="1729" y="2"/>
                      <a:pt x="1694" y="0"/>
                      <a:pt x="1658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040" bIns="32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2" name="Google Shape;1059;p35"/>
              <p:cNvSpPr/>
              <p:nvPr/>
            </p:nvSpPr>
            <p:spPr>
              <a:xfrm>
                <a:off x="3530160" y="4145760"/>
                <a:ext cx="61200" cy="8640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2469" h="3474">
                    <a:moveTo>
                      <a:pt x="1236" y="0"/>
                    </a:moveTo>
                    <a:cubicBezTo>
                      <a:pt x="654" y="0"/>
                      <a:pt x="242" y="728"/>
                      <a:pt x="82" y="1300"/>
                    </a:cubicBezTo>
                    <a:cubicBezTo>
                      <a:pt x="1" y="1734"/>
                      <a:pt x="55" y="2277"/>
                      <a:pt x="272" y="2738"/>
                    </a:cubicBezTo>
                    <a:cubicBezTo>
                      <a:pt x="435" y="3090"/>
                      <a:pt x="706" y="3416"/>
                      <a:pt x="1086" y="3470"/>
                    </a:cubicBezTo>
                    <a:cubicBezTo>
                      <a:pt x="1107" y="3472"/>
                      <a:pt x="1129" y="3473"/>
                      <a:pt x="1150" y="3473"/>
                    </a:cubicBezTo>
                    <a:cubicBezTo>
                      <a:pt x="1423" y="3473"/>
                      <a:pt x="1667" y="3317"/>
                      <a:pt x="1818" y="3090"/>
                    </a:cubicBezTo>
                    <a:cubicBezTo>
                      <a:pt x="1981" y="2846"/>
                      <a:pt x="2089" y="2575"/>
                      <a:pt x="2198" y="2304"/>
                    </a:cubicBezTo>
                    <a:cubicBezTo>
                      <a:pt x="2388" y="1571"/>
                      <a:pt x="2469" y="405"/>
                      <a:pt x="1574" y="80"/>
                    </a:cubicBezTo>
                    <a:cubicBezTo>
                      <a:pt x="1456" y="25"/>
                      <a:pt x="1343" y="0"/>
                      <a:pt x="1236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3" name="Google Shape;1060;p35"/>
              <p:cNvSpPr/>
              <p:nvPr/>
            </p:nvSpPr>
            <p:spPr>
              <a:xfrm>
                <a:off x="3375000" y="4311720"/>
                <a:ext cx="57240" cy="7308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2306" h="2933">
                    <a:moveTo>
                      <a:pt x="814" y="1"/>
                    </a:moveTo>
                    <a:cubicBezTo>
                      <a:pt x="493" y="1"/>
                      <a:pt x="249" y="204"/>
                      <a:pt x="136" y="657"/>
                    </a:cubicBezTo>
                    <a:cubicBezTo>
                      <a:pt x="0" y="1063"/>
                      <a:pt x="109" y="1470"/>
                      <a:pt x="271" y="1850"/>
                    </a:cubicBezTo>
                    <a:cubicBezTo>
                      <a:pt x="407" y="2175"/>
                      <a:pt x="543" y="2474"/>
                      <a:pt x="814" y="2718"/>
                    </a:cubicBezTo>
                    <a:cubicBezTo>
                      <a:pt x="993" y="2843"/>
                      <a:pt x="1231" y="2933"/>
                      <a:pt x="1457" y="2933"/>
                    </a:cubicBezTo>
                    <a:cubicBezTo>
                      <a:pt x="1575" y="2933"/>
                      <a:pt x="1689" y="2909"/>
                      <a:pt x="1790" y="2854"/>
                    </a:cubicBezTo>
                    <a:cubicBezTo>
                      <a:pt x="2197" y="2664"/>
                      <a:pt x="2306" y="2148"/>
                      <a:pt x="2279" y="1714"/>
                    </a:cubicBezTo>
                    <a:cubicBezTo>
                      <a:pt x="2224" y="982"/>
                      <a:pt x="1926" y="412"/>
                      <a:pt x="1275" y="114"/>
                    </a:cubicBezTo>
                    <a:cubicBezTo>
                      <a:pt x="1110" y="40"/>
                      <a:pt x="954" y="1"/>
                      <a:pt x="814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4" name="Google Shape;1061;p35"/>
              <p:cNvSpPr/>
              <p:nvPr/>
            </p:nvSpPr>
            <p:spPr>
              <a:xfrm>
                <a:off x="3170880" y="4332240"/>
                <a:ext cx="51840" cy="6192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61920"/>
                  <a:gd name="textAreaBottom" fmla="*/ 62280 h 61920"/>
                </a:gdLst>
                <a:ahLst/>
                <a:cxnLst/>
                <a:rect l="textAreaLeft" t="textAreaTop" r="textAreaRight" b="textAreaBottom"/>
                <a:pathLst>
                  <a:path w="2090" h="2484">
                    <a:moveTo>
                      <a:pt x="1330" y="1"/>
                    </a:moveTo>
                    <a:cubicBezTo>
                      <a:pt x="1181" y="1"/>
                      <a:pt x="1032" y="42"/>
                      <a:pt x="896" y="123"/>
                    </a:cubicBezTo>
                    <a:cubicBezTo>
                      <a:pt x="598" y="286"/>
                      <a:pt x="354" y="557"/>
                      <a:pt x="218" y="828"/>
                    </a:cubicBezTo>
                    <a:cubicBezTo>
                      <a:pt x="55" y="1181"/>
                      <a:pt x="1" y="1560"/>
                      <a:pt x="55" y="1913"/>
                    </a:cubicBezTo>
                    <a:cubicBezTo>
                      <a:pt x="82" y="2076"/>
                      <a:pt x="164" y="2266"/>
                      <a:pt x="299" y="2374"/>
                    </a:cubicBezTo>
                    <a:cubicBezTo>
                      <a:pt x="391" y="2451"/>
                      <a:pt x="509" y="2484"/>
                      <a:pt x="637" y="2484"/>
                    </a:cubicBezTo>
                    <a:cubicBezTo>
                      <a:pt x="737" y="2484"/>
                      <a:pt x="844" y="2464"/>
                      <a:pt x="950" y="2428"/>
                    </a:cubicBezTo>
                    <a:cubicBezTo>
                      <a:pt x="1276" y="2320"/>
                      <a:pt x="1574" y="2130"/>
                      <a:pt x="1791" y="1859"/>
                    </a:cubicBezTo>
                    <a:cubicBezTo>
                      <a:pt x="1981" y="1588"/>
                      <a:pt x="2090" y="1208"/>
                      <a:pt x="2090" y="882"/>
                    </a:cubicBezTo>
                    <a:cubicBezTo>
                      <a:pt x="2090" y="584"/>
                      <a:pt x="1981" y="286"/>
                      <a:pt x="1764" y="123"/>
                    </a:cubicBezTo>
                    <a:cubicBezTo>
                      <a:pt x="1628" y="42"/>
                      <a:pt x="1479" y="1"/>
                      <a:pt x="1330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960" bIns="30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5" name="Google Shape;1062;p35"/>
              <p:cNvSpPr/>
              <p:nvPr/>
            </p:nvSpPr>
            <p:spPr>
              <a:xfrm>
                <a:off x="3173040" y="4403160"/>
                <a:ext cx="26640" cy="27360"/>
              </a:xfrm>
              <a:custGeom>
                <a:avLst/>
                <a:gdLst>
                  <a:gd name="textAreaLeft" fmla="*/ 0 w 26640"/>
                  <a:gd name="textAreaRight" fmla="*/ 27000 w 2664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1086" h="1113">
                    <a:moveTo>
                      <a:pt x="411" y="1"/>
                    </a:moveTo>
                    <a:cubicBezTo>
                      <a:pt x="258" y="1"/>
                      <a:pt x="122" y="62"/>
                      <a:pt x="55" y="224"/>
                    </a:cubicBezTo>
                    <a:cubicBezTo>
                      <a:pt x="0" y="306"/>
                      <a:pt x="0" y="414"/>
                      <a:pt x="0" y="523"/>
                    </a:cubicBezTo>
                    <a:cubicBezTo>
                      <a:pt x="0" y="658"/>
                      <a:pt x="55" y="794"/>
                      <a:pt x="136" y="930"/>
                    </a:cubicBezTo>
                    <a:cubicBezTo>
                      <a:pt x="217" y="1052"/>
                      <a:pt x="375" y="1113"/>
                      <a:pt x="529" y="1113"/>
                    </a:cubicBezTo>
                    <a:cubicBezTo>
                      <a:pt x="580" y="1113"/>
                      <a:pt x="631" y="1106"/>
                      <a:pt x="678" y="1092"/>
                    </a:cubicBezTo>
                    <a:cubicBezTo>
                      <a:pt x="895" y="1038"/>
                      <a:pt x="1031" y="848"/>
                      <a:pt x="1058" y="658"/>
                    </a:cubicBezTo>
                    <a:cubicBezTo>
                      <a:pt x="1085" y="441"/>
                      <a:pt x="1004" y="251"/>
                      <a:pt x="868" y="143"/>
                    </a:cubicBezTo>
                    <a:cubicBezTo>
                      <a:pt x="733" y="62"/>
                      <a:pt x="563" y="1"/>
                      <a:pt x="411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3680" bIns="13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6" name="Google Shape;1063;p35"/>
              <p:cNvSpPr/>
              <p:nvPr/>
            </p:nvSpPr>
            <p:spPr>
              <a:xfrm>
                <a:off x="3157920" y="4080960"/>
                <a:ext cx="86040" cy="4608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3455" h="1859">
                    <a:moveTo>
                      <a:pt x="2058" y="0"/>
                    </a:moveTo>
                    <a:cubicBezTo>
                      <a:pt x="1780" y="0"/>
                      <a:pt x="1514" y="40"/>
                      <a:pt x="1330" y="96"/>
                    </a:cubicBezTo>
                    <a:cubicBezTo>
                      <a:pt x="1004" y="150"/>
                      <a:pt x="733" y="259"/>
                      <a:pt x="516" y="421"/>
                    </a:cubicBezTo>
                    <a:cubicBezTo>
                      <a:pt x="380" y="530"/>
                      <a:pt x="245" y="638"/>
                      <a:pt x="136" y="801"/>
                    </a:cubicBezTo>
                    <a:cubicBezTo>
                      <a:pt x="28" y="937"/>
                      <a:pt x="1" y="1127"/>
                      <a:pt x="55" y="1316"/>
                    </a:cubicBezTo>
                    <a:cubicBezTo>
                      <a:pt x="163" y="1506"/>
                      <a:pt x="380" y="1615"/>
                      <a:pt x="597" y="1669"/>
                    </a:cubicBezTo>
                    <a:cubicBezTo>
                      <a:pt x="950" y="1778"/>
                      <a:pt x="1275" y="1859"/>
                      <a:pt x="1655" y="1859"/>
                    </a:cubicBezTo>
                    <a:cubicBezTo>
                      <a:pt x="2008" y="1859"/>
                      <a:pt x="2333" y="1859"/>
                      <a:pt x="2632" y="1723"/>
                    </a:cubicBezTo>
                    <a:cubicBezTo>
                      <a:pt x="2957" y="1561"/>
                      <a:pt x="3228" y="1316"/>
                      <a:pt x="3283" y="991"/>
                    </a:cubicBezTo>
                    <a:cubicBezTo>
                      <a:pt x="3455" y="226"/>
                      <a:pt x="2723" y="0"/>
                      <a:pt x="2058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3040" bIns="23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7" name="Google Shape;1064;p35"/>
              <p:cNvSpPr/>
              <p:nvPr/>
            </p:nvSpPr>
            <p:spPr>
              <a:xfrm>
                <a:off x="3659040" y="4161240"/>
                <a:ext cx="21960" cy="74160"/>
              </a:xfrm>
              <a:custGeom>
                <a:avLst/>
                <a:gdLst>
                  <a:gd name="textAreaLeft" fmla="*/ 0 w 21960"/>
                  <a:gd name="textAreaRight" fmla="*/ 22320 w 2196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fill="none" w="896" h="2984">
                    <a:moveTo>
                      <a:pt x="624" y="0"/>
                    </a:moveTo>
                    <a:cubicBezTo>
                      <a:pt x="868" y="488"/>
                      <a:pt x="895" y="1031"/>
                      <a:pt x="814" y="1573"/>
                    </a:cubicBezTo>
                    <a:cubicBezTo>
                      <a:pt x="705" y="2116"/>
                      <a:pt x="407" y="2604"/>
                      <a:pt x="0" y="2984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8" name="Google Shape;1065;p35"/>
              <p:cNvSpPr/>
              <p:nvPr/>
            </p:nvSpPr>
            <p:spPr>
              <a:xfrm>
                <a:off x="3636000" y="4248000"/>
                <a:ext cx="4320" cy="2520"/>
              </a:xfrm>
              <a:custGeom>
                <a:avLst/>
                <a:gdLst>
                  <a:gd name="textAreaLeft" fmla="*/ 0 w 4320"/>
                  <a:gd name="textAreaRight" fmla="*/ 4680 w 4320"/>
                  <a:gd name="textAreaTop" fmla="*/ 0 h 2520"/>
                  <a:gd name="textAreaBottom" fmla="*/ 2880 h 2520"/>
                </a:gdLst>
                <a:ahLst/>
                <a:cxnLst/>
                <a:rect l="textAreaLeft" t="textAreaTop" r="textAreaRight" b="textAreaBottom"/>
                <a:pathLst>
                  <a:path fill="none" w="191" h="110">
                    <a:moveTo>
                      <a:pt x="191" y="1"/>
                    </a:moveTo>
                    <a:lnTo>
                      <a:pt x="1" y="109"/>
                    </a:ln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" bIns="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9" name="Google Shape;1066;p35"/>
              <p:cNvSpPr/>
              <p:nvPr/>
            </p:nvSpPr>
            <p:spPr>
              <a:xfrm>
                <a:off x="3194640" y="4158360"/>
                <a:ext cx="76320" cy="37080"/>
              </a:xfrm>
              <a:custGeom>
                <a:avLst/>
                <a:gdLst>
                  <a:gd name="textAreaLeft" fmla="*/ 0 w 76320"/>
                  <a:gd name="textAreaRight" fmla="*/ 76680 w 7632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fill="none" w="3066" h="1493">
                    <a:moveTo>
                      <a:pt x="3065" y="1"/>
                    </a:moveTo>
                    <a:cubicBezTo>
                      <a:pt x="2414" y="977"/>
                      <a:pt x="1140" y="1492"/>
                      <a:pt x="0" y="1221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720" bIns="18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0" name="Google Shape;1067;p35"/>
              <p:cNvSpPr/>
              <p:nvPr/>
            </p:nvSpPr>
            <p:spPr>
              <a:xfrm>
                <a:off x="3347280" y="4016160"/>
                <a:ext cx="47880" cy="27360"/>
              </a:xfrm>
              <a:custGeom>
                <a:avLst/>
                <a:gdLst>
                  <a:gd name="textAreaLeft" fmla="*/ 0 w 47880"/>
                  <a:gd name="textAreaRight" fmla="*/ 48240 w 478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fill="none" w="1926" h="1113">
                    <a:moveTo>
                      <a:pt x="0" y="1"/>
                    </a:moveTo>
                    <a:cubicBezTo>
                      <a:pt x="54" y="407"/>
                      <a:pt x="326" y="814"/>
                      <a:pt x="733" y="950"/>
                    </a:cubicBezTo>
                    <a:cubicBezTo>
                      <a:pt x="1139" y="1113"/>
                      <a:pt x="1628" y="1004"/>
                      <a:pt x="1926" y="733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3680" bIns="13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1" name="Google Shape;1068;p35"/>
              <p:cNvSpPr/>
              <p:nvPr/>
            </p:nvSpPr>
            <p:spPr>
              <a:xfrm>
                <a:off x="3440880" y="4362480"/>
                <a:ext cx="57240" cy="4032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fill="none" w="2306" h="1629">
                    <a:moveTo>
                      <a:pt x="0" y="1466"/>
                    </a:moveTo>
                    <a:cubicBezTo>
                      <a:pt x="489" y="1628"/>
                      <a:pt x="1058" y="1574"/>
                      <a:pt x="1492" y="1303"/>
                    </a:cubicBezTo>
                    <a:cubicBezTo>
                      <a:pt x="1953" y="1032"/>
                      <a:pt x="2252" y="543"/>
                      <a:pt x="2306" y="1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2" name="Google Shape;1069;p35"/>
              <p:cNvSpPr/>
              <p:nvPr/>
            </p:nvSpPr>
            <p:spPr>
              <a:xfrm>
                <a:off x="3238920" y="4385520"/>
                <a:ext cx="74880" cy="6084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60840"/>
                  <a:gd name="textAreaBottom" fmla="*/ 61200 h 60840"/>
                </a:gdLst>
                <a:ahLst/>
                <a:cxnLst/>
                <a:rect l="textAreaLeft" t="textAreaTop" r="textAreaRight" b="textAreaBottom"/>
                <a:pathLst>
                  <a:path fill="none" w="3012" h="2442">
                    <a:moveTo>
                      <a:pt x="0" y="2224"/>
                    </a:moveTo>
                    <a:cubicBezTo>
                      <a:pt x="461" y="2414"/>
                      <a:pt x="1004" y="2441"/>
                      <a:pt x="1519" y="2306"/>
                    </a:cubicBezTo>
                    <a:cubicBezTo>
                      <a:pt x="1980" y="2170"/>
                      <a:pt x="2442" y="1845"/>
                      <a:pt x="2713" y="1411"/>
                    </a:cubicBezTo>
                    <a:cubicBezTo>
                      <a:pt x="2984" y="977"/>
                      <a:pt x="3011" y="434"/>
                      <a:pt x="2767" y="0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600" bIns="30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53" name="Google Shape;1070;p35"/>
            <p:cNvGrpSpPr/>
            <p:nvPr/>
          </p:nvGrpSpPr>
          <p:grpSpPr>
            <a:xfrm>
              <a:off x="2521440" y="4221000"/>
              <a:ext cx="605160" cy="550800"/>
              <a:chOff x="2521440" y="4221000"/>
              <a:chExt cx="605160" cy="550800"/>
            </a:xfrm>
          </p:grpSpPr>
          <p:sp>
            <p:nvSpPr>
              <p:cNvPr id="354" name="Google Shape;1071;p35"/>
              <p:cNvSpPr/>
              <p:nvPr/>
            </p:nvSpPr>
            <p:spPr>
              <a:xfrm>
                <a:off x="2521440" y="4221000"/>
                <a:ext cx="605160" cy="550800"/>
              </a:xfrm>
              <a:custGeom>
                <a:avLst/>
                <a:gdLst>
                  <a:gd name="textAreaLeft" fmla="*/ 0 w 605160"/>
                  <a:gd name="textAreaRight" fmla="*/ 605520 w 605160"/>
                  <a:gd name="textAreaTop" fmla="*/ 0 h 550800"/>
                  <a:gd name="textAreaBottom" fmla="*/ 551160 h 550800"/>
                </a:gdLst>
                <a:ahLst/>
                <a:cxnLst/>
                <a:rect l="textAreaLeft" t="textAreaTop" r="textAreaRight" b="textAreaBottom"/>
                <a:pathLst>
                  <a:path w="24222" h="22048">
                    <a:moveTo>
                      <a:pt x="12911" y="0"/>
                    </a:moveTo>
                    <a:cubicBezTo>
                      <a:pt x="10095" y="0"/>
                      <a:pt x="7203" y="971"/>
                      <a:pt x="4883" y="2714"/>
                    </a:cubicBezTo>
                    <a:cubicBezTo>
                      <a:pt x="3445" y="3880"/>
                      <a:pt x="2252" y="5399"/>
                      <a:pt x="1546" y="7108"/>
                    </a:cubicBezTo>
                    <a:cubicBezTo>
                      <a:pt x="0" y="10878"/>
                      <a:pt x="895" y="15435"/>
                      <a:pt x="3608" y="18419"/>
                    </a:cubicBezTo>
                    <a:cubicBezTo>
                      <a:pt x="5722" y="20744"/>
                      <a:pt x="8873" y="22048"/>
                      <a:pt x="12036" y="22048"/>
                    </a:cubicBezTo>
                    <a:cubicBezTo>
                      <a:pt x="12931" y="22048"/>
                      <a:pt x="13828" y="21943"/>
                      <a:pt x="14701" y="21728"/>
                    </a:cubicBezTo>
                    <a:cubicBezTo>
                      <a:pt x="17007" y="21131"/>
                      <a:pt x="19095" y="19856"/>
                      <a:pt x="20614" y="18066"/>
                    </a:cubicBezTo>
                    <a:cubicBezTo>
                      <a:pt x="23734" y="14377"/>
                      <a:pt x="24222" y="8681"/>
                      <a:pt x="21645" y="4613"/>
                    </a:cubicBezTo>
                    <a:cubicBezTo>
                      <a:pt x="19611" y="1420"/>
                      <a:pt x="16317" y="0"/>
                      <a:pt x="12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1072;p35"/>
              <p:cNvSpPr/>
              <p:nvPr/>
            </p:nvSpPr>
            <p:spPr>
              <a:xfrm>
                <a:off x="2565360" y="4255200"/>
                <a:ext cx="518400" cy="48168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481680"/>
                  <a:gd name="textAreaBottom" fmla="*/ 482040 h 481680"/>
                </a:gdLst>
                <a:ahLst/>
                <a:cxnLst/>
                <a:rect l="textAreaLeft" t="textAreaTop" r="textAreaRight" b="textAreaBottom"/>
                <a:pathLst>
                  <a:path w="20751" h="19283">
                    <a:moveTo>
                      <a:pt x="10189" y="1"/>
                    </a:moveTo>
                    <a:cubicBezTo>
                      <a:pt x="9080" y="1"/>
                      <a:pt x="7972" y="177"/>
                      <a:pt x="6917" y="538"/>
                    </a:cubicBezTo>
                    <a:cubicBezTo>
                      <a:pt x="2930" y="1895"/>
                      <a:pt x="0" y="6045"/>
                      <a:pt x="136" y="10276"/>
                    </a:cubicBezTo>
                    <a:cubicBezTo>
                      <a:pt x="335" y="15854"/>
                      <a:pt x="5426" y="19283"/>
                      <a:pt x="10646" y="19283"/>
                    </a:cubicBezTo>
                    <a:cubicBezTo>
                      <a:pt x="11112" y="19283"/>
                      <a:pt x="11579" y="19255"/>
                      <a:pt x="12043" y="19200"/>
                    </a:cubicBezTo>
                    <a:cubicBezTo>
                      <a:pt x="13644" y="19010"/>
                      <a:pt x="15244" y="18386"/>
                      <a:pt x="16519" y="17409"/>
                    </a:cubicBezTo>
                    <a:cubicBezTo>
                      <a:pt x="19367" y="15240"/>
                      <a:pt x="20750" y="11361"/>
                      <a:pt x="20018" y="7862"/>
                    </a:cubicBezTo>
                    <a:cubicBezTo>
                      <a:pt x="19258" y="4390"/>
                      <a:pt x="16492" y="1406"/>
                      <a:pt x="13074" y="403"/>
                    </a:cubicBezTo>
                    <a:cubicBezTo>
                      <a:pt x="12136" y="137"/>
                      <a:pt x="11162" y="1"/>
                      <a:pt x="101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6" name="Google Shape;1073;p35"/>
              <p:cNvSpPr/>
              <p:nvPr/>
            </p:nvSpPr>
            <p:spPr>
              <a:xfrm>
                <a:off x="2764080" y="4282920"/>
                <a:ext cx="118440" cy="187200"/>
              </a:xfrm>
              <a:custGeom>
                <a:avLst/>
                <a:gdLst>
                  <a:gd name="textAreaLeft" fmla="*/ 0 w 118440"/>
                  <a:gd name="textAreaRight" fmla="*/ 118800 w 118440"/>
                  <a:gd name="textAreaTop" fmla="*/ 0 h 187200"/>
                  <a:gd name="textAreaBottom" fmla="*/ 187560 h 187200"/>
                </a:gdLst>
                <a:ahLst/>
                <a:cxnLst/>
                <a:rect l="textAreaLeft" t="textAreaTop" r="textAreaRight" b="textAreaBottom"/>
                <a:pathLst>
                  <a:path w="4748" h="7509">
                    <a:moveTo>
                      <a:pt x="2327" y="1"/>
                    </a:moveTo>
                    <a:cubicBezTo>
                      <a:pt x="1605" y="1"/>
                      <a:pt x="901" y="367"/>
                      <a:pt x="516" y="968"/>
                    </a:cubicBezTo>
                    <a:cubicBezTo>
                      <a:pt x="1" y="1701"/>
                      <a:pt x="55" y="2732"/>
                      <a:pt x="245" y="3627"/>
                    </a:cubicBezTo>
                    <a:cubicBezTo>
                      <a:pt x="407" y="4413"/>
                      <a:pt x="923" y="7370"/>
                      <a:pt x="1899" y="7505"/>
                    </a:cubicBezTo>
                    <a:cubicBezTo>
                      <a:pt x="1920" y="7508"/>
                      <a:pt x="1941" y="7509"/>
                      <a:pt x="1962" y="7509"/>
                    </a:cubicBezTo>
                    <a:cubicBezTo>
                      <a:pt x="2942" y="7509"/>
                      <a:pt x="3858" y="5048"/>
                      <a:pt x="4151" y="4305"/>
                    </a:cubicBezTo>
                    <a:cubicBezTo>
                      <a:pt x="4503" y="3410"/>
                      <a:pt x="4747" y="2379"/>
                      <a:pt x="4395" y="1484"/>
                    </a:cubicBezTo>
                    <a:cubicBezTo>
                      <a:pt x="4123" y="697"/>
                      <a:pt x="3418" y="128"/>
                      <a:pt x="2604" y="19"/>
                    </a:cubicBezTo>
                    <a:cubicBezTo>
                      <a:pt x="2512" y="7"/>
                      <a:pt x="2419" y="1"/>
                      <a:pt x="23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7" name="Google Shape;1074;p35"/>
              <p:cNvSpPr/>
              <p:nvPr/>
            </p:nvSpPr>
            <p:spPr>
              <a:xfrm>
                <a:off x="2845440" y="4363560"/>
                <a:ext cx="169200" cy="128520"/>
              </a:xfrm>
              <a:custGeom>
                <a:avLst/>
                <a:gdLst>
                  <a:gd name="textAreaLeft" fmla="*/ 0 w 169200"/>
                  <a:gd name="textAreaRight" fmla="*/ 169560 w 1692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6782" h="5148">
                    <a:moveTo>
                      <a:pt x="5010" y="0"/>
                    </a:moveTo>
                    <a:cubicBezTo>
                      <a:pt x="4583" y="0"/>
                      <a:pt x="4143" y="133"/>
                      <a:pt x="3771" y="295"/>
                    </a:cubicBezTo>
                    <a:cubicBezTo>
                      <a:pt x="3120" y="593"/>
                      <a:pt x="2496" y="973"/>
                      <a:pt x="1953" y="1434"/>
                    </a:cubicBezTo>
                    <a:cubicBezTo>
                      <a:pt x="1248" y="2112"/>
                      <a:pt x="0" y="3577"/>
                      <a:pt x="163" y="4662"/>
                    </a:cubicBezTo>
                    <a:cubicBezTo>
                      <a:pt x="233" y="5020"/>
                      <a:pt x="584" y="5148"/>
                      <a:pt x="1051" y="5148"/>
                    </a:cubicBezTo>
                    <a:cubicBezTo>
                      <a:pt x="2034" y="5148"/>
                      <a:pt x="3528" y="4583"/>
                      <a:pt x="3988" y="4418"/>
                    </a:cubicBezTo>
                    <a:cubicBezTo>
                      <a:pt x="4910" y="4092"/>
                      <a:pt x="5832" y="3604"/>
                      <a:pt x="6293" y="2763"/>
                    </a:cubicBezTo>
                    <a:cubicBezTo>
                      <a:pt x="6781" y="1950"/>
                      <a:pt x="6673" y="702"/>
                      <a:pt x="5832" y="214"/>
                    </a:cubicBezTo>
                    <a:cubicBezTo>
                      <a:pt x="5581" y="61"/>
                      <a:pt x="5299" y="0"/>
                      <a:pt x="50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440" bIns="64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8" name="Google Shape;1075;p35"/>
              <p:cNvSpPr/>
              <p:nvPr/>
            </p:nvSpPr>
            <p:spPr>
              <a:xfrm>
                <a:off x="2624400" y="43340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6293" h="6090">
                    <a:moveTo>
                      <a:pt x="2643" y="0"/>
                    </a:moveTo>
                    <a:cubicBezTo>
                      <a:pt x="2032" y="0"/>
                      <a:pt x="1452" y="473"/>
                      <a:pt x="977" y="925"/>
                    </a:cubicBezTo>
                    <a:cubicBezTo>
                      <a:pt x="488" y="1386"/>
                      <a:pt x="54" y="1955"/>
                      <a:pt x="27" y="2633"/>
                    </a:cubicBezTo>
                    <a:cubicBezTo>
                      <a:pt x="0" y="3176"/>
                      <a:pt x="271" y="3691"/>
                      <a:pt x="624" y="4071"/>
                    </a:cubicBezTo>
                    <a:cubicBezTo>
                      <a:pt x="1004" y="4451"/>
                      <a:pt x="1492" y="4722"/>
                      <a:pt x="1953" y="4939"/>
                    </a:cubicBezTo>
                    <a:cubicBezTo>
                      <a:pt x="2658" y="5292"/>
                      <a:pt x="3391" y="5563"/>
                      <a:pt x="4123" y="5726"/>
                    </a:cubicBezTo>
                    <a:cubicBezTo>
                      <a:pt x="4549" y="5832"/>
                      <a:pt x="5327" y="6089"/>
                      <a:pt x="5891" y="6089"/>
                    </a:cubicBezTo>
                    <a:cubicBezTo>
                      <a:pt x="6045" y="6089"/>
                      <a:pt x="6182" y="6070"/>
                      <a:pt x="6293" y="6024"/>
                    </a:cubicBezTo>
                    <a:cubicBezTo>
                      <a:pt x="5777" y="4505"/>
                      <a:pt x="4910" y="3013"/>
                      <a:pt x="4231" y="1521"/>
                    </a:cubicBezTo>
                    <a:cubicBezTo>
                      <a:pt x="3933" y="870"/>
                      <a:pt x="3553" y="192"/>
                      <a:pt x="2902" y="30"/>
                    </a:cubicBezTo>
                    <a:cubicBezTo>
                      <a:pt x="2815" y="10"/>
                      <a:pt x="2729" y="0"/>
                      <a:pt x="26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960" bIns="75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9" name="Google Shape;1076;p35"/>
              <p:cNvSpPr/>
              <p:nvPr/>
            </p:nvSpPr>
            <p:spPr>
              <a:xfrm>
                <a:off x="2598120" y="4491360"/>
                <a:ext cx="187560" cy="127440"/>
              </a:xfrm>
              <a:custGeom>
                <a:avLst/>
                <a:gdLst>
                  <a:gd name="textAreaLeft" fmla="*/ 0 w 187560"/>
                  <a:gd name="textAreaRight" fmla="*/ 187920 w 187560"/>
                  <a:gd name="textAreaTop" fmla="*/ 0 h 127440"/>
                  <a:gd name="textAreaBottom" fmla="*/ 127800 h 127440"/>
                </a:gdLst>
                <a:ahLst/>
                <a:cxnLst/>
                <a:rect l="textAreaLeft" t="textAreaTop" r="textAreaRight" b="textAreaBottom"/>
                <a:pathLst>
                  <a:path w="7514" h="5105">
                    <a:moveTo>
                      <a:pt x="1720" y="1"/>
                    </a:moveTo>
                    <a:cubicBezTo>
                      <a:pt x="1317" y="1"/>
                      <a:pt x="924" y="61"/>
                      <a:pt x="597" y="284"/>
                    </a:cubicBezTo>
                    <a:cubicBezTo>
                      <a:pt x="244" y="556"/>
                      <a:pt x="55" y="1044"/>
                      <a:pt x="27" y="1478"/>
                    </a:cubicBezTo>
                    <a:cubicBezTo>
                      <a:pt x="0" y="1939"/>
                      <a:pt x="109" y="2400"/>
                      <a:pt x="190" y="2834"/>
                    </a:cubicBezTo>
                    <a:cubicBezTo>
                      <a:pt x="380" y="3539"/>
                      <a:pt x="570" y="4299"/>
                      <a:pt x="1139" y="4733"/>
                    </a:cubicBezTo>
                    <a:cubicBezTo>
                      <a:pt x="1510" y="5002"/>
                      <a:pt x="1942" y="5104"/>
                      <a:pt x="2392" y="5104"/>
                    </a:cubicBezTo>
                    <a:cubicBezTo>
                      <a:pt x="2668" y="5104"/>
                      <a:pt x="2950" y="5066"/>
                      <a:pt x="3228" y="5004"/>
                    </a:cubicBezTo>
                    <a:cubicBezTo>
                      <a:pt x="4584" y="4706"/>
                      <a:pt x="5751" y="3892"/>
                      <a:pt x="6564" y="2807"/>
                    </a:cubicBezTo>
                    <a:cubicBezTo>
                      <a:pt x="7514" y="1505"/>
                      <a:pt x="6890" y="556"/>
                      <a:pt x="5425" y="393"/>
                    </a:cubicBezTo>
                    <a:cubicBezTo>
                      <a:pt x="4449" y="284"/>
                      <a:pt x="3418" y="203"/>
                      <a:pt x="2414" y="40"/>
                    </a:cubicBezTo>
                    <a:cubicBezTo>
                      <a:pt x="2186" y="20"/>
                      <a:pt x="1951" y="1"/>
                      <a:pt x="17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720" bIns="63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0" name="Google Shape;1077;p35"/>
              <p:cNvSpPr/>
              <p:nvPr/>
            </p:nvSpPr>
            <p:spPr>
              <a:xfrm>
                <a:off x="2717280" y="4519080"/>
                <a:ext cx="137160" cy="192600"/>
              </a:xfrm>
              <a:custGeom>
                <a:avLst/>
                <a:gdLst>
                  <a:gd name="textAreaLeft" fmla="*/ 0 w 137160"/>
                  <a:gd name="textAreaRight" fmla="*/ 137520 w 137160"/>
                  <a:gd name="textAreaTop" fmla="*/ 0 h 192600"/>
                  <a:gd name="textAreaBottom" fmla="*/ 192960 h 192600"/>
                </a:gdLst>
                <a:ahLst/>
                <a:cxnLst/>
                <a:rect l="textAreaLeft" t="textAreaTop" r="textAreaRight" b="textAreaBottom"/>
                <a:pathLst>
                  <a:path w="5507" h="7717">
                    <a:moveTo>
                      <a:pt x="3941" y="0"/>
                    </a:moveTo>
                    <a:cubicBezTo>
                      <a:pt x="3320" y="0"/>
                      <a:pt x="2836" y="1179"/>
                      <a:pt x="2577" y="1579"/>
                    </a:cubicBezTo>
                    <a:cubicBezTo>
                      <a:pt x="1980" y="2502"/>
                      <a:pt x="1383" y="3424"/>
                      <a:pt x="814" y="4319"/>
                    </a:cubicBezTo>
                    <a:cubicBezTo>
                      <a:pt x="407" y="4943"/>
                      <a:pt x="0" y="5675"/>
                      <a:pt x="244" y="6407"/>
                    </a:cubicBezTo>
                    <a:cubicBezTo>
                      <a:pt x="380" y="6814"/>
                      <a:pt x="760" y="7113"/>
                      <a:pt x="1112" y="7275"/>
                    </a:cubicBezTo>
                    <a:cubicBezTo>
                      <a:pt x="1519" y="7438"/>
                      <a:pt x="1926" y="7520"/>
                      <a:pt x="2387" y="7628"/>
                    </a:cubicBezTo>
                    <a:cubicBezTo>
                      <a:pt x="2685" y="7669"/>
                      <a:pt x="2997" y="7716"/>
                      <a:pt x="3302" y="7716"/>
                    </a:cubicBezTo>
                    <a:cubicBezTo>
                      <a:pt x="3608" y="7716"/>
                      <a:pt x="3906" y="7669"/>
                      <a:pt x="4177" y="7520"/>
                    </a:cubicBezTo>
                    <a:cubicBezTo>
                      <a:pt x="4855" y="7140"/>
                      <a:pt x="5154" y="6326"/>
                      <a:pt x="5262" y="5539"/>
                    </a:cubicBezTo>
                    <a:cubicBezTo>
                      <a:pt x="5506" y="3993"/>
                      <a:pt x="5316" y="2366"/>
                      <a:pt x="4774" y="901"/>
                    </a:cubicBezTo>
                    <a:cubicBezTo>
                      <a:pt x="4665" y="603"/>
                      <a:pt x="4503" y="250"/>
                      <a:pt x="4231" y="88"/>
                    </a:cubicBezTo>
                    <a:cubicBezTo>
                      <a:pt x="4132" y="27"/>
                      <a:pt x="4035" y="0"/>
                      <a:pt x="3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1" name="Google Shape;1078;p35"/>
              <p:cNvSpPr/>
              <p:nvPr/>
            </p:nvSpPr>
            <p:spPr>
              <a:xfrm>
                <a:off x="2848320" y="4499640"/>
                <a:ext cx="179280" cy="173160"/>
              </a:xfrm>
              <a:custGeom>
                <a:avLst/>
                <a:gdLst>
                  <a:gd name="textAreaLeft" fmla="*/ 0 w 179280"/>
                  <a:gd name="textAreaRight" fmla="*/ 179640 w 179280"/>
                  <a:gd name="textAreaTop" fmla="*/ 0 h 173160"/>
                  <a:gd name="textAreaBottom" fmla="*/ 173520 h 173160"/>
                </a:gdLst>
                <a:ahLst/>
                <a:cxnLst/>
                <a:rect l="textAreaLeft" t="textAreaTop" r="textAreaRight" b="textAreaBottom"/>
                <a:pathLst>
                  <a:path w="7189" h="6946">
                    <a:moveTo>
                      <a:pt x="5684" y="0"/>
                    </a:moveTo>
                    <a:cubicBezTo>
                      <a:pt x="5517" y="0"/>
                      <a:pt x="5347" y="14"/>
                      <a:pt x="5182" y="31"/>
                    </a:cubicBezTo>
                    <a:cubicBezTo>
                      <a:pt x="3690" y="166"/>
                      <a:pt x="2225" y="329"/>
                      <a:pt x="760" y="573"/>
                    </a:cubicBezTo>
                    <a:cubicBezTo>
                      <a:pt x="543" y="600"/>
                      <a:pt x="299" y="682"/>
                      <a:pt x="164" y="844"/>
                    </a:cubicBezTo>
                    <a:cubicBezTo>
                      <a:pt x="1" y="1034"/>
                      <a:pt x="55" y="1360"/>
                      <a:pt x="137" y="1631"/>
                    </a:cubicBezTo>
                    <a:cubicBezTo>
                      <a:pt x="489" y="2879"/>
                      <a:pt x="950" y="4126"/>
                      <a:pt x="1520" y="5320"/>
                    </a:cubicBezTo>
                    <a:cubicBezTo>
                      <a:pt x="1656" y="5591"/>
                      <a:pt x="1791" y="5862"/>
                      <a:pt x="1900" y="6134"/>
                    </a:cubicBezTo>
                    <a:cubicBezTo>
                      <a:pt x="1927" y="6296"/>
                      <a:pt x="1954" y="6513"/>
                      <a:pt x="2035" y="6622"/>
                    </a:cubicBezTo>
                    <a:cubicBezTo>
                      <a:pt x="2152" y="6870"/>
                      <a:pt x="2386" y="6945"/>
                      <a:pt x="2641" y="6945"/>
                    </a:cubicBezTo>
                    <a:cubicBezTo>
                      <a:pt x="2860" y="6945"/>
                      <a:pt x="3095" y="6889"/>
                      <a:pt x="3283" y="6839"/>
                    </a:cubicBezTo>
                    <a:cubicBezTo>
                      <a:pt x="4476" y="6513"/>
                      <a:pt x="5507" y="5754"/>
                      <a:pt x="6185" y="4750"/>
                    </a:cubicBezTo>
                    <a:cubicBezTo>
                      <a:pt x="6863" y="3720"/>
                      <a:pt x="7189" y="2472"/>
                      <a:pt x="6999" y="1251"/>
                    </a:cubicBezTo>
                    <a:cubicBezTo>
                      <a:pt x="6972" y="926"/>
                      <a:pt x="6918" y="600"/>
                      <a:pt x="6673" y="356"/>
                    </a:cubicBezTo>
                    <a:cubicBezTo>
                      <a:pt x="6428" y="73"/>
                      <a:pt x="6065" y="0"/>
                      <a:pt x="56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760" bIns="86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2" name="Google Shape;1079;p35"/>
              <p:cNvSpPr/>
              <p:nvPr/>
            </p:nvSpPr>
            <p:spPr>
              <a:xfrm>
                <a:off x="2625120" y="4336920"/>
                <a:ext cx="156240" cy="149400"/>
              </a:xfrm>
              <a:custGeom>
                <a:avLst/>
                <a:gdLst>
                  <a:gd name="textAreaLeft" fmla="*/ 0 w 156240"/>
                  <a:gd name="textAreaRight" fmla="*/ 156600 w 156240"/>
                  <a:gd name="textAreaTop" fmla="*/ 0 h 149400"/>
                  <a:gd name="textAreaBottom" fmla="*/ 149760 h 149400"/>
                </a:gdLst>
                <a:ahLst/>
                <a:cxnLst/>
                <a:rect l="textAreaLeft" t="textAreaTop" r="textAreaRight" b="textAreaBottom"/>
                <a:pathLst>
                  <a:path w="6266" h="5996">
                    <a:moveTo>
                      <a:pt x="2170" y="1"/>
                    </a:moveTo>
                    <a:cubicBezTo>
                      <a:pt x="2034" y="28"/>
                      <a:pt x="1926" y="82"/>
                      <a:pt x="1790" y="164"/>
                    </a:cubicBezTo>
                    <a:cubicBezTo>
                      <a:pt x="2550" y="1574"/>
                      <a:pt x="3391" y="2903"/>
                      <a:pt x="4367" y="4124"/>
                    </a:cubicBezTo>
                    <a:cubicBezTo>
                      <a:pt x="3174" y="3066"/>
                      <a:pt x="2007" y="2035"/>
                      <a:pt x="841" y="896"/>
                    </a:cubicBezTo>
                    <a:cubicBezTo>
                      <a:pt x="733" y="1005"/>
                      <a:pt x="678" y="1113"/>
                      <a:pt x="570" y="1194"/>
                    </a:cubicBezTo>
                    <a:cubicBezTo>
                      <a:pt x="2034" y="2605"/>
                      <a:pt x="3526" y="3961"/>
                      <a:pt x="5045" y="5236"/>
                    </a:cubicBezTo>
                    <a:cubicBezTo>
                      <a:pt x="3282" y="4449"/>
                      <a:pt x="1601" y="3554"/>
                      <a:pt x="0" y="2496"/>
                    </a:cubicBezTo>
                    <a:lnTo>
                      <a:pt x="0" y="2551"/>
                    </a:lnTo>
                    <a:cubicBezTo>
                      <a:pt x="0" y="2740"/>
                      <a:pt x="0" y="2876"/>
                      <a:pt x="54" y="3012"/>
                    </a:cubicBezTo>
                    <a:cubicBezTo>
                      <a:pt x="1899" y="4178"/>
                      <a:pt x="3825" y="5182"/>
                      <a:pt x="5859" y="5995"/>
                    </a:cubicBezTo>
                    <a:cubicBezTo>
                      <a:pt x="6022" y="5995"/>
                      <a:pt x="6157" y="5968"/>
                      <a:pt x="6266" y="5914"/>
                    </a:cubicBezTo>
                    <a:cubicBezTo>
                      <a:pt x="6239" y="5778"/>
                      <a:pt x="6157" y="5616"/>
                      <a:pt x="6103" y="5480"/>
                    </a:cubicBezTo>
                    <a:cubicBezTo>
                      <a:pt x="4530" y="3825"/>
                      <a:pt x="3228" y="1981"/>
                      <a:pt x="21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4880" bIns="74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3" name="Google Shape;1080;p35"/>
              <p:cNvSpPr/>
              <p:nvPr/>
            </p:nvSpPr>
            <p:spPr>
              <a:xfrm>
                <a:off x="2598480" y="4507200"/>
                <a:ext cx="174600" cy="9468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94680"/>
                  <a:gd name="textAreaBottom" fmla="*/ 95040 h 94680"/>
                </a:gdLst>
                <a:ahLst/>
                <a:cxnLst/>
                <a:rect l="textAreaLeft" t="textAreaTop" r="textAreaRight" b="textAreaBottom"/>
                <a:pathLst>
                  <a:path w="6999" h="3798">
                    <a:moveTo>
                      <a:pt x="272" y="0"/>
                    </a:moveTo>
                    <a:lnTo>
                      <a:pt x="82" y="407"/>
                    </a:lnTo>
                    <a:cubicBezTo>
                      <a:pt x="309" y="404"/>
                      <a:pt x="536" y="402"/>
                      <a:pt x="763" y="402"/>
                    </a:cubicBezTo>
                    <a:cubicBezTo>
                      <a:pt x="2435" y="402"/>
                      <a:pt x="4106" y="494"/>
                      <a:pt x="5778" y="732"/>
                    </a:cubicBezTo>
                    <a:cubicBezTo>
                      <a:pt x="3879" y="1112"/>
                      <a:pt x="1926" y="1410"/>
                      <a:pt x="0" y="1627"/>
                    </a:cubicBezTo>
                    <a:cubicBezTo>
                      <a:pt x="28" y="1763"/>
                      <a:pt x="28" y="1899"/>
                      <a:pt x="82" y="2034"/>
                    </a:cubicBezTo>
                    <a:cubicBezTo>
                      <a:pt x="2008" y="1790"/>
                      <a:pt x="3933" y="1519"/>
                      <a:pt x="5859" y="1139"/>
                    </a:cubicBezTo>
                    <a:lnTo>
                      <a:pt x="5859" y="1139"/>
                    </a:lnTo>
                    <a:cubicBezTo>
                      <a:pt x="4177" y="2061"/>
                      <a:pt x="2387" y="2848"/>
                      <a:pt x="516" y="3445"/>
                    </a:cubicBezTo>
                    <a:cubicBezTo>
                      <a:pt x="651" y="3553"/>
                      <a:pt x="706" y="3662"/>
                      <a:pt x="787" y="3797"/>
                    </a:cubicBezTo>
                    <a:cubicBezTo>
                      <a:pt x="2957" y="3092"/>
                      <a:pt x="5018" y="2143"/>
                      <a:pt x="6998" y="976"/>
                    </a:cubicBezTo>
                    <a:cubicBezTo>
                      <a:pt x="6998" y="814"/>
                      <a:pt x="6917" y="651"/>
                      <a:pt x="6808" y="515"/>
                    </a:cubicBezTo>
                    <a:cubicBezTo>
                      <a:pt x="4639" y="163"/>
                      <a:pt x="2469" y="0"/>
                      <a:pt x="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4" name="Google Shape;1081;p35"/>
              <p:cNvSpPr/>
              <p:nvPr/>
            </p:nvSpPr>
            <p:spPr>
              <a:xfrm>
                <a:off x="2850840" y="4514040"/>
                <a:ext cx="173160" cy="149400"/>
              </a:xfrm>
              <a:custGeom>
                <a:avLst/>
                <a:gdLst>
                  <a:gd name="textAreaLeft" fmla="*/ 0 w 173160"/>
                  <a:gd name="textAreaRight" fmla="*/ 173520 w 173160"/>
                  <a:gd name="textAreaTop" fmla="*/ 0 h 149400"/>
                  <a:gd name="textAreaBottom" fmla="*/ 149760 h 149400"/>
                </a:gdLst>
                <a:ahLst/>
                <a:cxnLst/>
                <a:rect l="textAreaLeft" t="textAreaTop" r="textAreaRight" b="textAreaBottom"/>
                <a:pathLst>
                  <a:path w="6945" h="5995">
                    <a:moveTo>
                      <a:pt x="651" y="0"/>
                    </a:moveTo>
                    <a:cubicBezTo>
                      <a:pt x="462" y="27"/>
                      <a:pt x="190" y="54"/>
                      <a:pt x="82" y="271"/>
                    </a:cubicBezTo>
                    <a:cubicBezTo>
                      <a:pt x="55" y="326"/>
                      <a:pt x="0" y="380"/>
                      <a:pt x="0" y="434"/>
                    </a:cubicBezTo>
                    <a:cubicBezTo>
                      <a:pt x="55" y="461"/>
                      <a:pt x="82" y="461"/>
                      <a:pt x="82" y="488"/>
                    </a:cubicBezTo>
                    <a:cubicBezTo>
                      <a:pt x="1411" y="2333"/>
                      <a:pt x="2767" y="4177"/>
                      <a:pt x="4042" y="5995"/>
                    </a:cubicBezTo>
                    <a:cubicBezTo>
                      <a:pt x="4178" y="5940"/>
                      <a:pt x="4286" y="5859"/>
                      <a:pt x="4395" y="5778"/>
                    </a:cubicBezTo>
                    <a:cubicBezTo>
                      <a:pt x="3364" y="4394"/>
                      <a:pt x="2360" y="2984"/>
                      <a:pt x="1330" y="1601"/>
                    </a:cubicBezTo>
                    <a:lnTo>
                      <a:pt x="1330" y="1601"/>
                    </a:lnTo>
                    <a:cubicBezTo>
                      <a:pt x="2713" y="2713"/>
                      <a:pt x="4178" y="3743"/>
                      <a:pt x="5669" y="4747"/>
                    </a:cubicBezTo>
                    <a:cubicBezTo>
                      <a:pt x="5778" y="4638"/>
                      <a:pt x="5859" y="4530"/>
                      <a:pt x="5941" y="4449"/>
                    </a:cubicBezTo>
                    <a:cubicBezTo>
                      <a:pt x="4259" y="3364"/>
                      <a:pt x="2659" y="2143"/>
                      <a:pt x="1113" y="841"/>
                    </a:cubicBezTo>
                    <a:lnTo>
                      <a:pt x="1113" y="841"/>
                    </a:lnTo>
                    <a:cubicBezTo>
                      <a:pt x="2930" y="1628"/>
                      <a:pt x="4747" y="2496"/>
                      <a:pt x="6537" y="3445"/>
                    </a:cubicBezTo>
                    <a:cubicBezTo>
                      <a:pt x="6592" y="3309"/>
                      <a:pt x="6619" y="3228"/>
                      <a:pt x="6673" y="3065"/>
                    </a:cubicBezTo>
                    <a:cubicBezTo>
                      <a:pt x="4910" y="2116"/>
                      <a:pt x="3093" y="1248"/>
                      <a:pt x="1248" y="461"/>
                    </a:cubicBezTo>
                    <a:lnTo>
                      <a:pt x="1248" y="461"/>
                    </a:lnTo>
                    <a:lnTo>
                      <a:pt x="6944" y="1112"/>
                    </a:lnTo>
                    <a:cubicBezTo>
                      <a:pt x="6944" y="977"/>
                      <a:pt x="6890" y="841"/>
                      <a:pt x="6890" y="705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4880" bIns="74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5" name="Google Shape;1082;p35"/>
              <p:cNvSpPr/>
              <p:nvPr/>
            </p:nvSpPr>
            <p:spPr>
              <a:xfrm>
                <a:off x="2849400" y="4366080"/>
                <a:ext cx="159120" cy="118440"/>
              </a:xfrm>
              <a:custGeom>
                <a:avLst/>
                <a:gdLst>
                  <a:gd name="textAreaLeft" fmla="*/ 0 w 159120"/>
                  <a:gd name="textAreaRight" fmla="*/ 159480 w 159120"/>
                  <a:gd name="textAreaTop" fmla="*/ 0 h 118440"/>
                  <a:gd name="textAreaBottom" fmla="*/ 118800 h 118440"/>
                </a:gdLst>
                <a:ahLst/>
                <a:cxnLst/>
                <a:rect l="textAreaLeft" t="textAreaTop" r="textAreaRight" b="textAreaBottom"/>
                <a:pathLst>
                  <a:path w="6375" h="4747">
                    <a:moveTo>
                      <a:pt x="5289" y="0"/>
                    </a:moveTo>
                    <a:lnTo>
                      <a:pt x="27" y="4150"/>
                    </a:lnTo>
                    <a:cubicBezTo>
                      <a:pt x="0" y="4286"/>
                      <a:pt x="0" y="4421"/>
                      <a:pt x="27" y="4557"/>
                    </a:cubicBezTo>
                    <a:cubicBezTo>
                      <a:pt x="27" y="4611"/>
                      <a:pt x="54" y="4693"/>
                      <a:pt x="109" y="4747"/>
                    </a:cubicBezTo>
                    <a:cubicBezTo>
                      <a:pt x="163" y="4720"/>
                      <a:pt x="244" y="4666"/>
                      <a:pt x="353" y="4611"/>
                    </a:cubicBezTo>
                    <a:lnTo>
                      <a:pt x="6103" y="2767"/>
                    </a:lnTo>
                    <a:cubicBezTo>
                      <a:pt x="6103" y="2713"/>
                      <a:pt x="6130" y="2713"/>
                      <a:pt x="6130" y="2686"/>
                    </a:cubicBezTo>
                    <a:cubicBezTo>
                      <a:pt x="6212" y="2550"/>
                      <a:pt x="6266" y="2414"/>
                      <a:pt x="6320" y="2279"/>
                    </a:cubicBezTo>
                    <a:lnTo>
                      <a:pt x="6320" y="2279"/>
                    </a:lnTo>
                    <a:lnTo>
                      <a:pt x="1845" y="3743"/>
                    </a:lnTo>
                    <a:cubicBezTo>
                      <a:pt x="3336" y="2848"/>
                      <a:pt x="4855" y="2007"/>
                      <a:pt x="6374" y="1167"/>
                    </a:cubicBezTo>
                    <a:cubicBezTo>
                      <a:pt x="6347" y="1031"/>
                      <a:pt x="6320" y="895"/>
                      <a:pt x="6239" y="787"/>
                    </a:cubicBezTo>
                    <a:cubicBezTo>
                      <a:pt x="4693" y="1628"/>
                      <a:pt x="3119" y="2523"/>
                      <a:pt x="1601" y="3445"/>
                    </a:cubicBezTo>
                    <a:lnTo>
                      <a:pt x="5696" y="190"/>
                    </a:lnTo>
                    <a:lnTo>
                      <a:pt x="5669" y="136"/>
                    </a:lnTo>
                    <a:cubicBezTo>
                      <a:pt x="5533" y="82"/>
                      <a:pt x="5425" y="27"/>
                      <a:pt x="5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9400" bIns="59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6" name="Google Shape;1083;p35"/>
              <p:cNvSpPr/>
              <p:nvPr/>
            </p:nvSpPr>
            <p:spPr>
              <a:xfrm>
                <a:off x="2736360" y="4518360"/>
                <a:ext cx="91800" cy="191520"/>
              </a:xfrm>
              <a:custGeom>
                <a:avLst/>
                <a:gdLst>
                  <a:gd name="textAreaLeft" fmla="*/ 0 w 91800"/>
                  <a:gd name="textAreaRight" fmla="*/ 92160 w 91800"/>
                  <a:gd name="textAreaTop" fmla="*/ 0 h 191520"/>
                  <a:gd name="textAreaBottom" fmla="*/ 191880 h 191520"/>
                </a:gdLst>
                <a:ahLst/>
                <a:cxnLst/>
                <a:rect l="textAreaLeft" t="textAreaTop" r="textAreaRight" b="textAreaBottom"/>
                <a:pathLst>
                  <a:path w="3690" h="7668">
                    <a:moveTo>
                      <a:pt x="3144" y="1"/>
                    </a:moveTo>
                    <a:cubicBezTo>
                      <a:pt x="3059" y="1"/>
                      <a:pt x="2978" y="20"/>
                      <a:pt x="2903" y="45"/>
                    </a:cubicBezTo>
                    <a:cubicBezTo>
                      <a:pt x="2035" y="2432"/>
                      <a:pt x="1031" y="4765"/>
                      <a:pt x="1" y="7043"/>
                    </a:cubicBezTo>
                    <a:cubicBezTo>
                      <a:pt x="82" y="7125"/>
                      <a:pt x="218" y="7206"/>
                      <a:pt x="326" y="7260"/>
                    </a:cubicBezTo>
                    <a:cubicBezTo>
                      <a:pt x="1275" y="5280"/>
                      <a:pt x="2170" y="3246"/>
                      <a:pt x="2930" y="1184"/>
                    </a:cubicBezTo>
                    <a:lnTo>
                      <a:pt x="2930" y="1184"/>
                    </a:lnTo>
                    <a:lnTo>
                      <a:pt x="1519" y="7613"/>
                    </a:lnTo>
                    <a:lnTo>
                      <a:pt x="1574" y="7613"/>
                    </a:lnTo>
                    <a:cubicBezTo>
                      <a:pt x="1682" y="7667"/>
                      <a:pt x="1791" y="7667"/>
                      <a:pt x="1899" y="7667"/>
                    </a:cubicBezTo>
                    <a:lnTo>
                      <a:pt x="3255" y="1483"/>
                    </a:lnTo>
                    <a:lnTo>
                      <a:pt x="3066" y="7613"/>
                    </a:lnTo>
                    <a:cubicBezTo>
                      <a:pt x="3174" y="7586"/>
                      <a:pt x="3310" y="7559"/>
                      <a:pt x="3418" y="7477"/>
                    </a:cubicBezTo>
                    <a:cubicBezTo>
                      <a:pt x="3445" y="7477"/>
                      <a:pt x="3445" y="7450"/>
                      <a:pt x="3472" y="7450"/>
                    </a:cubicBezTo>
                    <a:lnTo>
                      <a:pt x="3689" y="289"/>
                    </a:lnTo>
                    <a:cubicBezTo>
                      <a:pt x="3608" y="235"/>
                      <a:pt x="3554" y="127"/>
                      <a:pt x="3445" y="99"/>
                    </a:cubicBezTo>
                    <a:cubicBezTo>
                      <a:pt x="3343" y="27"/>
                      <a:pt x="3241" y="1"/>
                      <a:pt x="3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7" name="Google Shape;1084;p35"/>
              <p:cNvSpPr/>
              <p:nvPr/>
            </p:nvSpPr>
            <p:spPr>
              <a:xfrm>
                <a:off x="2777760" y="4281480"/>
                <a:ext cx="84960" cy="18828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188280"/>
                  <a:gd name="textAreaBottom" fmla="*/ 188640 h 188280"/>
                </a:gdLst>
                <a:ahLst/>
                <a:cxnLst/>
                <a:rect l="textAreaLeft" t="textAreaTop" r="textAreaRight" b="textAreaBottom"/>
                <a:pathLst>
                  <a:path w="3418" h="7542">
                    <a:moveTo>
                      <a:pt x="1790" y="1"/>
                    </a:moveTo>
                    <a:cubicBezTo>
                      <a:pt x="1655" y="1"/>
                      <a:pt x="1519" y="1"/>
                      <a:pt x="1383" y="55"/>
                    </a:cubicBezTo>
                    <a:lnTo>
                      <a:pt x="1248" y="6239"/>
                    </a:lnTo>
                    <a:cubicBezTo>
                      <a:pt x="841" y="4395"/>
                      <a:pt x="515" y="2442"/>
                      <a:pt x="326" y="543"/>
                    </a:cubicBezTo>
                    <a:cubicBezTo>
                      <a:pt x="190" y="733"/>
                      <a:pt x="109" y="814"/>
                      <a:pt x="0" y="977"/>
                    </a:cubicBezTo>
                    <a:cubicBezTo>
                      <a:pt x="244" y="3147"/>
                      <a:pt x="597" y="5344"/>
                      <a:pt x="1139" y="7460"/>
                    </a:cubicBezTo>
                    <a:cubicBezTo>
                      <a:pt x="1221" y="7514"/>
                      <a:pt x="1275" y="7541"/>
                      <a:pt x="1383" y="7541"/>
                    </a:cubicBezTo>
                    <a:cubicBezTo>
                      <a:pt x="1492" y="7541"/>
                      <a:pt x="1600" y="7541"/>
                      <a:pt x="1655" y="7487"/>
                    </a:cubicBezTo>
                    <a:lnTo>
                      <a:pt x="1655" y="7324"/>
                    </a:lnTo>
                    <a:cubicBezTo>
                      <a:pt x="2414" y="5181"/>
                      <a:pt x="2984" y="2984"/>
                      <a:pt x="3418" y="760"/>
                    </a:cubicBezTo>
                    <a:cubicBezTo>
                      <a:pt x="3309" y="652"/>
                      <a:pt x="3174" y="543"/>
                      <a:pt x="3092" y="462"/>
                    </a:cubicBezTo>
                    <a:cubicBezTo>
                      <a:pt x="2740" y="2306"/>
                      <a:pt x="2278" y="4178"/>
                      <a:pt x="1682" y="5968"/>
                    </a:cubicBez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8" name="Google Shape;1085;p35"/>
              <p:cNvSpPr/>
              <p:nvPr/>
            </p:nvSpPr>
            <p:spPr>
              <a:xfrm>
                <a:off x="2989080" y="4288680"/>
                <a:ext cx="93240" cy="162360"/>
              </a:xfrm>
              <a:custGeom>
                <a:avLst/>
                <a:gdLst>
                  <a:gd name="textAreaLeft" fmla="*/ 0 w 93240"/>
                  <a:gd name="textAreaRight" fmla="*/ 93600 w 93240"/>
                  <a:gd name="textAreaTop" fmla="*/ 0 h 162360"/>
                  <a:gd name="textAreaBottom" fmla="*/ 162720 h 162360"/>
                </a:gdLst>
                <a:ahLst/>
                <a:cxnLst/>
                <a:rect l="textAreaLeft" t="textAreaTop" r="textAreaRight" b="textAreaBottom"/>
                <a:pathLst>
                  <a:path fill="none" w="3744" h="6510">
                    <a:moveTo>
                      <a:pt x="1" y="0"/>
                    </a:moveTo>
                    <a:cubicBezTo>
                      <a:pt x="2116" y="1492"/>
                      <a:pt x="3527" y="3960"/>
                      <a:pt x="3744" y="6510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1360" bIns="81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9" name="Google Shape;1086;p35"/>
              <p:cNvSpPr/>
              <p:nvPr/>
            </p:nvSpPr>
            <p:spPr>
              <a:xfrm>
                <a:off x="2838600" y="4669200"/>
                <a:ext cx="148680" cy="54000"/>
              </a:xfrm>
              <a:custGeom>
                <a:avLst/>
                <a:gdLst>
                  <a:gd name="textAreaLeft" fmla="*/ 0 w 148680"/>
                  <a:gd name="textAreaRight" fmla="*/ 149040 w 14868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fill="none" w="5968" h="2171">
                    <a:moveTo>
                      <a:pt x="0" y="2171"/>
                    </a:moveTo>
                    <a:cubicBezTo>
                      <a:pt x="2170" y="2171"/>
                      <a:pt x="4313" y="1384"/>
                      <a:pt x="5967" y="1"/>
                    </a:cubicBezTo>
                  </a:path>
                </a:pathLst>
              </a:custGeom>
              <a:noFill/>
              <a:ln cap="rnd" w="12200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0" name="Google Shape;1087;p35"/>
              <p:cNvSpPr/>
              <p:nvPr/>
            </p:nvSpPr>
            <p:spPr>
              <a:xfrm>
                <a:off x="2602080" y="4307040"/>
                <a:ext cx="144720" cy="20376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203760"/>
                  <a:gd name="textAreaBottom" fmla="*/ 204120 h 203760"/>
                </a:gdLst>
                <a:ahLst/>
                <a:cxnLst/>
                <a:rect l="textAreaLeft" t="textAreaTop" r="textAreaRight" b="textAreaBottom"/>
                <a:pathLst>
                  <a:path w="5806" h="8166">
                    <a:moveTo>
                      <a:pt x="4629" y="1"/>
                    </a:moveTo>
                    <a:cubicBezTo>
                      <a:pt x="3831" y="1"/>
                      <a:pt x="2974" y="805"/>
                      <a:pt x="2442" y="1248"/>
                    </a:cubicBezTo>
                    <a:cubicBezTo>
                      <a:pt x="1873" y="1764"/>
                      <a:pt x="1357" y="2333"/>
                      <a:pt x="950" y="3011"/>
                    </a:cubicBezTo>
                    <a:cubicBezTo>
                      <a:pt x="543" y="3581"/>
                      <a:pt x="299" y="4232"/>
                      <a:pt x="164" y="4937"/>
                    </a:cubicBezTo>
                    <a:cubicBezTo>
                      <a:pt x="28" y="5615"/>
                      <a:pt x="1" y="6402"/>
                      <a:pt x="299" y="7053"/>
                    </a:cubicBezTo>
                    <a:cubicBezTo>
                      <a:pt x="616" y="7686"/>
                      <a:pt x="1216" y="8166"/>
                      <a:pt x="1923" y="8166"/>
                    </a:cubicBezTo>
                    <a:cubicBezTo>
                      <a:pt x="1942" y="8166"/>
                      <a:pt x="1962" y="8165"/>
                      <a:pt x="1981" y="8165"/>
                    </a:cubicBezTo>
                    <a:cubicBezTo>
                      <a:pt x="2469" y="8138"/>
                      <a:pt x="2930" y="7839"/>
                      <a:pt x="3229" y="7460"/>
                    </a:cubicBezTo>
                    <a:cubicBezTo>
                      <a:pt x="3527" y="7080"/>
                      <a:pt x="3771" y="6646"/>
                      <a:pt x="3961" y="6158"/>
                    </a:cubicBezTo>
                    <a:cubicBezTo>
                      <a:pt x="4368" y="5344"/>
                      <a:pt x="4748" y="4503"/>
                      <a:pt x="5155" y="3689"/>
                    </a:cubicBezTo>
                    <a:cubicBezTo>
                      <a:pt x="5453" y="3011"/>
                      <a:pt x="5806" y="2306"/>
                      <a:pt x="5806" y="1547"/>
                    </a:cubicBezTo>
                    <a:cubicBezTo>
                      <a:pt x="5806" y="1031"/>
                      <a:pt x="5643" y="407"/>
                      <a:pt x="5155" y="136"/>
                    </a:cubicBezTo>
                    <a:cubicBezTo>
                      <a:pt x="4985" y="42"/>
                      <a:pt x="4809" y="1"/>
                      <a:pt x="4629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1" name="Google Shape;1088;p35"/>
            <p:cNvGrpSpPr/>
            <p:nvPr/>
          </p:nvGrpSpPr>
          <p:grpSpPr>
            <a:xfrm>
              <a:off x="1396080" y="4266360"/>
              <a:ext cx="766080" cy="460440"/>
              <a:chOff x="1396080" y="4266360"/>
              <a:chExt cx="766080" cy="460440"/>
            </a:xfrm>
          </p:grpSpPr>
          <p:sp>
            <p:nvSpPr>
              <p:cNvPr id="372" name="Google Shape;1089;p35"/>
              <p:cNvSpPr/>
              <p:nvPr/>
            </p:nvSpPr>
            <p:spPr>
              <a:xfrm>
                <a:off x="1396080" y="4266360"/>
                <a:ext cx="766080" cy="460440"/>
              </a:xfrm>
              <a:custGeom>
                <a:avLst/>
                <a:gdLst>
                  <a:gd name="textAreaLeft" fmla="*/ 0 w 766080"/>
                  <a:gd name="textAreaRight" fmla="*/ 766440 w 766080"/>
                  <a:gd name="textAreaTop" fmla="*/ 0 h 460440"/>
                  <a:gd name="textAreaBottom" fmla="*/ 460800 h 460440"/>
                </a:gdLst>
                <a:ahLst/>
                <a:cxnLst/>
                <a:rect l="textAreaLeft" t="textAreaTop" r="textAreaRight" b="textAreaBottom"/>
                <a:pathLst>
                  <a:path w="30651" h="18430">
                    <a:moveTo>
                      <a:pt x="30650" y="1"/>
                    </a:moveTo>
                    <a:lnTo>
                      <a:pt x="30650" y="1"/>
                    </a:lnTo>
                    <a:cubicBezTo>
                      <a:pt x="20669" y="2849"/>
                      <a:pt x="10199" y="5182"/>
                      <a:pt x="0" y="6863"/>
                    </a:cubicBezTo>
                    <a:cubicBezTo>
                      <a:pt x="1709" y="10823"/>
                      <a:pt x="3689" y="13644"/>
                      <a:pt x="6374" y="15733"/>
                    </a:cubicBezTo>
                    <a:cubicBezTo>
                      <a:pt x="8694" y="17593"/>
                      <a:pt x="11567" y="18429"/>
                      <a:pt x="14497" y="18429"/>
                    </a:cubicBezTo>
                    <a:cubicBezTo>
                      <a:pt x="19857" y="18429"/>
                      <a:pt x="25410" y="15630"/>
                      <a:pt x="28128" y="11176"/>
                    </a:cubicBezTo>
                    <a:cubicBezTo>
                      <a:pt x="30162" y="7867"/>
                      <a:pt x="30379" y="3798"/>
                      <a:pt x="306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3" name="Google Shape;1090;p35"/>
              <p:cNvSpPr/>
              <p:nvPr/>
            </p:nvSpPr>
            <p:spPr>
              <a:xfrm>
                <a:off x="1753920" y="4544640"/>
                <a:ext cx="76320" cy="181440"/>
              </a:xfrm>
              <a:custGeom>
                <a:avLst/>
                <a:gdLst>
                  <a:gd name="textAreaLeft" fmla="*/ 0 w 76320"/>
                  <a:gd name="textAreaRight" fmla="*/ 76680 w 76320"/>
                  <a:gd name="textAreaTop" fmla="*/ 0 h 181440"/>
                  <a:gd name="textAreaBottom" fmla="*/ 181800 h 181440"/>
                </a:gdLst>
                <a:ahLst/>
                <a:cxnLst/>
                <a:rect l="textAreaLeft" t="textAreaTop" r="textAreaRight" b="textAreaBottom"/>
                <a:pathLst>
                  <a:path w="3071" h="7277">
                    <a:moveTo>
                      <a:pt x="1267" y="0"/>
                    </a:moveTo>
                    <a:cubicBezTo>
                      <a:pt x="673" y="0"/>
                      <a:pt x="1" y="514"/>
                      <a:pt x="114" y="1309"/>
                    </a:cubicBezTo>
                    <a:cubicBezTo>
                      <a:pt x="440" y="3316"/>
                      <a:pt x="738" y="5269"/>
                      <a:pt x="1036" y="7276"/>
                    </a:cubicBezTo>
                    <a:cubicBezTo>
                      <a:pt x="1714" y="7249"/>
                      <a:pt x="2393" y="7168"/>
                      <a:pt x="3071" y="7032"/>
                    </a:cubicBezTo>
                    <a:cubicBezTo>
                      <a:pt x="2745" y="4943"/>
                      <a:pt x="2420" y="2855"/>
                      <a:pt x="2094" y="766"/>
                    </a:cubicBezTo>
                    <a:cubicBezTo>
                      <a:pt x="2029" y="232"/>
                      <a:pt x="1665" y="0"/>
                      <a:pt x="12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0720" bIns="90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4" name="Google Shape;1091;p35"/>
              <p:cNvSpPr/>
              <p:nvPr/>
            </p:nvSpPr>
            <p:spPr>
              <a:xfrm>
                <a:off x="1497600" y="4488480"/>
                <a:ext cx="138960" cy="153720"/>
              </a:xfrm>
              <a:custGeom>
                <a:avLst/>
                <a:gdLst>
                  <a:gd name="textAreaLeft" fmla="*/ 0 w 138960"/>
                  <a:gd name="textAreaRight" fmla="*/ 139320 w 138960"/>
                  <a:gd name="textAreaTop" fmla="*/ 0 h 153720"/>
                  <a:gd name="textAreaBottom" fmla="*/ 154080 h 153720"/>
                </a:gdLst>
                <a:ahLst/>
                <a:cxnLst/>
                <a:rect l="textAreaLeft" t="textAreaTop" r="textAreaRight" b="textAreaBottom"/>
                <a:pathLst>
                  <a:path w="5572" h="6169">
                    <a:moveTo>
                      <a:pt x="4115" y="1"/>
                    </a:moveTo>
                    <a:cubicBezTo>
                      <a:pt x="3797" y="1"/>
                      <a:pt x="3471" y="131"/>
                      <a:pt x="3229" y="446"/>
                    </a:cubicBezTo>
                    <a:cubicBezTo>
                      <a:pt x="2144" y="1856"/>
                      <a:pt x="1086" y="3294"/>
                      <a:pt x="1" y="4704"/>
                    </a:cubicBezTo>
                    <a:cubicBezTo>
                      <a:pt x="462" y="5219"/>
                      <a:pt x="950" y="5735"/>
                      <a:pt x="1466" y="6169"/>
                    </a:cubicBezTo>
                    <a:cubicBezTo>
                      <a:pt x="2686" y="4623"/>
                      <a:pt x="3852" y="3022"/>
                      <a:pt x="5019" y="1449"/>
                    </a:cubicBezTo>
                    <a:cubicBezTo>
                      <a:pt x="5571" y="725"/>
                      <a:pt x="4866" y="1"/>
                      <a:pt x="41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040" bIns="77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5" name="Google Shape;1092;p35"/>
              <p:cNvSpPr/>
              <p:nvPr/>
            </p:nvSpPr>
            <p:spPr>
              <a:xfrm>
                <a:off x="1830240" y="4519080"/>
                <a:ext cx="118080" cy="181440"/>
              </a:xfrm>
              <a:custGeom>
                <a:avLst/>
                <a:gdLst>
                  <a:gd name="textAreaLeft" fmla="*/ 0 w 118080"/>
                  <a:gd name="textAreaRight" fmla="*/ 118440 w 118080"/>
                  <a:gd name="textAreaTop" fmla="*/ 0 h 181440"/>
                  <a:gd name="textAreaBottom" fmla="*/ 181800 h 181440"/>
                </a:gdLst>
                <a:ahLst/>
                <a:cxnLst/>
                <a:rect l="textAreaLeft" t="textAreaTop" r="textAreaRight" b="textAreaBottom"/>
                <a:pathLst>
                  <a:path w="4739" h="7276">
                    <a:moveTo>
                      <a:pt x="1362" y="1"/>
                    </a:moveTo>
                    <a:cubicBezTo>
                      <a:pt x="705" y="1"/>
                      <a:pt x="1" y="746"/>
                      <a:pt x="371" y="1579"/>
                    </a:cubicBezTo>
                    <a:cubicBezTo>
                      <a:pt x="1212" y="3478"/>
                      <a:pt x="2026" y="5377"/>
                      <a:pt x="2867" y="7275"/>
                    </a:cubicBezTo>
                    <a:cubicBezTo>
                      <a:pt x="3518" y="7058"/>
                      <a:pt x="4114" y="6787"/>
                      <a:pt x="4738" y="6462"/>
                    </a:cubicBezTo>
                    <a:cubicBezTo>
                      <a:pt x="3843" y="4509"/>
                      <a:pt x="2975" y="2529"/>
                      <a:pt x="2134" y="549"/>
                    </a:cubicBezTo>
                    <a:cubicBezTo>
                      <a:pt x="1962" y="162"/>
                      <a:pt x="1667" y="1"/>
                      <a:pt x="1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0720" bIns="90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6" name="Google Shape;1093;p35"/>
              <p:cNvSpPr/>
              <p:nvPr/>
            </p:nvSpPr>
            <p:spPr>
              <a:xfrm>
                <a:off x="1434600" y="4462200"/>
                <a:ext cx="115920" cy="9612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96120"/>
                  <a:gd name="textAreaBottom" fmla="*/ 96480 h 96120"/>
                </a:gdLst>
                <a:ahLst/>
                <a:cxnLst/>
                <a:rect l="textAreaLeft" t="textAreaTop" r="textAreaRight" b="textAreaBottom"/>
                <a:pathLst>
                  <a:path w="4644" h="3853">
                    <a:moveTo>
                      <a:pt x="3057" y="0"/>
                    </a:moveTo>
                    <a:cubicBezTo>
                      <a:pt x="2832" y="0"/>
                      <a:pt x="2599" y="73"/>
                      <a:pt x="2387" y="245"/>
                    </a:cubicBezTo>
                    <a:cubicBezTo>
                      <a:pt x="1601" y="869"/>
                      <a:pt x="787" y="1493"/>
                      <a:pt x="0" y="2144"/>
                    </a:cubicBezTo>
                    <a:cubicBezTo>
                      <a:pt x="353" y="2740"/>
                      <a:pt x="733" y="3310"/>
                      <a:pt x="1085" y="3852"/>
                    </a:cubicBezTo>
                    <a:cubicBezTo>
                      <a:pt x="2007" y="3120"/>
                      <a:pt x="2930" y="2415"/>
                      <a:pt x="3852" y="1655"/>
                    </a:cubicBezTo>
                    <a:cubicBezTo>
                      <a:pt x="4643" y="1013"/>
                      <a:pt x="3899" y="0"/>
                      <a:pt x="30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7" name="Google Shape;1094;p35"/>
              <p:cNvSpPr/>
              <p:nvPr/>
            </p:nvSpPr>
            <p:spPr>
              <a:xfrm>
                <a:off x="1614960" y="4539960"/>
                <a:ext cx="105120" cy="173880"/>
              </a:xfrm>
              <a:custGeom>
                <a:avLst/>
                <a:gdLst>
                  <a:gd name="textAreaLeft" fmla="*/ 0 w 105120"/>
                  <a:gd name="textAreaRight" fmla="*/ 105480 w 105120"/>
                  <a:gd name="textAreaTop" fmla="*/ 0 h 173880"/>
                  <a:gd name="textAreaBottom" fmla="*/ 174240 h 173880"/>
                </a:gdLst>
                <a:ahLst/>
                <a:cxnLst/>
                <a:rect l="textAreaLeft" t="textAreaTop" r="textAreaRight" b="textAreaBottom"/>
                <a:pathLst>
                  <a:path w="4223" h="6974">
                    <a:moveTo>
                      <a:pt x="2960" y="1"/>
                    </a:moveTo>
                    <a:cubicBezTo>
                      <a:pt x="2544" y="1"/>
                      <a:pt x="2125" y="214"/>
                      <a:pt x="1953" y="708"/>
                    </a:cubicBezTo>
                    <a:cubicBezTo>
                      <a:pt x="1302" y="2580"/>
                      <a:pt x="651" y="4397"/>
                      <a:pt x="0" y="6269"/>
                    </a:cubicBezTo>
                    <a:cubicBezTo>
                      <a:pt x="624" y="6540"/>
                      <a:pt x="1275" y="6784"/>
                      <a:pt x="1953" y="6974"/>
                    </a:cubicBezTo>
                    <a:cubicBezTo>
                      <a:pt x="2631" y="5048"/>
                      <a:pt x="3282" y="3149"/>
                      <a:pt x="3960" y="1251"/>
                    </a:cubicBezTo>
                    <a:cubicBezTo>
                      <a:pt x="4222" y="497"/>
                      <a:pt x="3594" y="1"/>
                      <a:pt x="29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8" name="Google Shape;1095;p35"/>
              <p:cNvSpPr/>
              <p:nvPr/>
            </p:nvSpPr>
            <p:spPr>
              <a:xfrm>
                <a:off x="2000880" y="4336200"/>
                <a:ext cx="155520" cy="51840"/>
              </a:xfrm>
              <a:custGeom>
                <a:avLst/>
                <a:gdLst>
                  <a:gd name="textAreaLeft" fmla="*/ 0 w 155520"/>
                  <a:gd name="textAreaRight" fmla="*/ 155880 w 15552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6240" h="2090">
                    <a:moveTo>
                      <a:pt x="1330" y="1"/>
                    </a:moveTo>
                    <a:cubicBezTo>
                      <a:pt x="1" y="1"/>
                      <a:pt x="1" y="2035"/>
                      <a:pt x="1330" y="2062"/>
                    </a:cubicBezTo>
                    <a:cubicBezTo>
                      <a:pt x="2903" y="2062"/>
                      <a:pt x="4449" y="2089"/>
                      <a:pt x="6022" y="2089"/>
                    </a:cubicBezTo>
                    <a:cubicBezTo>
                      <a:pt x="6104" y="1411"/>
                      <a:pt x="6185" y="733"/>
                      <a:pt x="6239" y="28"/>
                    </a:cubicBezTo>
                    <a:cubicBezTo>
                      <a:pt x="4585" y="28"/>
                      <a:pt x="2957" y="1"/>
                      <a:pt x="13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1096;p35"/>
              <p:cNvSpPr/>
              <p:nvPr/>
            </p:nvSpPr>
            <p:spPr>
              <a:xfrm>
                <a:off x="1968120" y="4421160"/>
                <a:ext cx="158040" cy="113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13040"/>
                  <a:gd name="textAreaBottom" fmla="*/ 113400 h 113040"/>
                </a:gdLst>
                <a:ahLst/>
                <a:cxnLst/>
                <a:rect l="textAreaLeft" t="textAreaTop" r="textAreaRight" b="textAreaBottom"/>
                <a:pathLst>
                  <a:path w="6332" h="4540">
                    <a:moveTo>
                      <a:pt x="1416" y="0"/>
                    </a:moveTo>
                    <a:cubicBezTo>
                      <a:pt x="571" y="0"/>
                      <a:pt x="0" y="1351"/>
                      <a:pt x="907" y="1963"/>
                    </a:cubicBezTo>
                    <a:cubicBezTo>
                      <a:pt x="2372" y="2967"/>
                      <a:pt x="3890" y="3835"/>
                      <a:pt x="5518" y="4540"/>
                    </a:cubicBezTo>
                    <a:cubicBezTo>
                      <a:pt x="5843" y="3943"/>
                      <a:pt x="6115" y="3319"/>
                      <a:pt x="6332" y="2696"/>
                    </a:cubicBezTo>
                    <a:cubicBezTo>
                      <a:pt x="4813" y="1963"/>
                      <a:pt x="3321" y="1122"/>
                      <a:pt x="1938" y="173"/>
                    </a:cubicBezTo>
                    <a:cubicBezTo>
                      <a:pt x="1759" y="53"/>
                      <a:pt x="1582" y="0"/>
                      <a:pt x="1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0" name="Google Shape;1097;p35"/>
              <p:cNvSpPr/>
              <p:nvPr/>
            </p:nvSpPr>
            <p:spPr>
              <a:xfrm>
                <a:off x="1906200" y="4478760"/>
                <a:ext cx="141120" cy="164160"/>
              </a:xfrm>
              <a:custGeom>
                <a:avLst/>
                <a:gdLst>
                  <a:gd name="textAreaLeft" fmla="*/ 0 w 141120"/>
                  <a:gd name="textAreaRight" fmla="*/ 141480 w 141120"/>
                  <a:gd name="textAreaTop" fmla="*/ 0 h 164160"/>
                  <a:gd name="textAreaBottom" fmla="*/ 164520 h 164160"/>
                </a:gdLst>
                <a:ahLst/>
                <a:cxnLst/>
                <a:rect l="textAreaLeft" t="textAreaTop" r="textAreaRight" b="textAreaBottom"/>
                <a:pathLst>
                  <a:path w="5662" h="6586">
                    <a:moveTo>
                      <a:pt x="1461" y="1"/>
                    </a:moveTo>
                    <a:cubicBezTo>
                      <a:pt x="728" y="1"/>
                      <a:pt x="1" y="750"/>
                      <a:pt x="535" y="1514"/>
                    </a:cubicBezTo>
                    <a:lnTo>
                      <a:pt x="4115" y="6586"/>
                    </a:lnTo>
                    <a:cubicBezTo>
                      <a:pt x="4631" y="6179"/>
                      <a:pt x="5200" y="5745"/>
                      <a:pt x="5661" y="5230"/>
                    </a:cubicBezTo>
                    <a:cubicBezTo>
                      <a:pt x="4549" y="3684"/>
                      <a:pt x="3437" y="2056"/>
                      <a:pt x="2298" y="456"/>
                    </a:cubicBezTo>
                    <a:cubicBezTo>
                      <a:pt x="2081" y="134"/>
                      <a:pt x="1770" y="1"/>
                      <a:pt x="14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080" bIns="82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1098;p35"/>
              <p:cNvSpPr/>
              <p:nvPr/>
            </p:nvSpPr>
            <p:spPr>
              <a:xfrm>
                <a:off x="1436040" y="4278960"/>
                <a:ext cx="679680" cy="374400"/>
              </a:xfrm>
              <a:custGeom>
                <a:avLst/>
                <a:gdLst>
                  <a:gd name="textAreaLeft" fmla="*/ 0 w 679680"/>
                  <a:gd name="textAreaRight" fmla="*/ 680040 w 679680"/>
                  <a:gd name="textAreaTop" fmla="*/ 0 h 374400"/>
                  <a:gd name="textAreaBottom" fmla="*/ 374760 h 374400"/>
                </a:gdLst>
                <a:ahLst/>
                <a:cxnLst/>
                <a:rect l="textAreaLeft" t="textAreaTop" r="textAreaRight" b="textAreaBottom"/>
                <a:pathLst>
                  <a:path w="27206" h="14987">
                    <a:moveTo>
                      <a:pt x="27206" y="0"/>
                    </a:moveTo>
                    <a:cubicBezTo>
                      <a:pt x="18336" y="2469"/>
                      <a:pt x="9087" y="4530"/>
                      <a:pt x="1" y="6076"/>
                    </a:cubicBezTo>
                    <a:cubicBezTo>
                      <a:pt x="1764" y="9901"/>
                      <a:pt x="5046" y="13047"/>
                      <a:pt x="9087" y="14349"/>
                    </a:cubicBezTo>
                    <a:cubicBezTo>
                      <a:pt x="10432" y="14778"/>
                      <a:pt x="11846" y="14987"/>
                      <a:pt x="13262" y="14987"/>
                    </a:cubicBezTo>
                    <a:cubicBezTo>
                      <a:pt x="17040" y="14987"/>
                      <a:pt x="20829" y="13496"/>
                      <a:pt x="23354" y="10714"/>
                    </a:cubicBezTo>
                    <a:cubicBezTo>
                      <a:pt x="25361" y="8517"/>
                      <a:pt x="26501" y="5696"/>
                      <a:pt x="26989" y="2740"/>
                    </a:cubicBezTo>
                    <a:cubicBezTo>
                      <a:pt x="27152" y="1872"/>
                      <a:pt x="27206" y="923"/>
                      <a:pt x="27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1099;p35"/>
              <p:cNvSpPr/>
              <p:nvPr/>
            </p:nvSpPr>
            <p:spPr>
              <a:xfrm>
                <a:off x="1446120" y="4284000"/>
                <a:ext cx="659520" cy="356040"/>
              </a:xfrm>
              <a:custGeom>
                <a:avLst/>
                <a:gdLst>
                  <a:gd name="textAreaLeft" fmla="*/ 0 w 659520"/>
                  <a:gd name="textAreaRight" fmla="*/ 659880 w 659520"/>
                  <a:gd name="textAreaTop" fmla="*/ 0 h 356040"/>
                  <a:gd name="textAreaBottom" fmla="*/ 356400 h 356040"/>
                </a:gdLst>
                <a:ahLst/>
                <a:cxnLst/>
                <a:rect l="textAreaLeft" t="textAreaTop" r="textAreaRight" b="textAreaBottom"/>
                <a:pathLst>
                  <a:path w="26392" h="14249">
                    <a:moveTo>
                      <a:pt x="26202" y="0"/>
                    </a:moveTo>
                    <a:lnTo>
                      <a:pt x="26202" y="0"/>
                    </a:lnTo>
                    <a:cubicBezTo>
                      <a:pt x="17631" y="2360"/>
                      <a:pt x="8707" y="4313"/>
                      <a:pt x="0" y="5805"/>
                    </a:cubicBezTo>
                    <a:cubicBezTo>
                      <a:pt x="1221" y="8354"/>
                      <a:pt x="3147" y="10524"/>
                      <a:pt x="5507" y="12043"/>
                    </a:cubicBezTo>
                    <a:cubicBezTo>
                      <a:pt x="7771" y="13467"/>
                      <a:pt x="10416" y="14248"/>
                      <a:pt x="13046" y="14248"/>
                    </a:cubicBezTo>
                    <a:cubicBezTo>
                      <a:pt x="13472" y="14248"/>
                      <a:pt x="13898" y="14228"/>
                      <a:pt x="14322" y="14186"/>
                    </a:cubicBezTo>
                    <a:cubicBezTo>
                      <a:pt x="18173" y="13806"/>
                      <a:pt x="21754" y="11636"/>
                      <a:pt x="23924" y="8463"/>
                    </a:cubicBezTo>
                    <a:cubicBezTo>
                      <a:pt x="25578" y="6022"/>
                      <a:pt x="26392" y="2957"/>
                      <a:pt x="262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1100;p35"/>
              <p:cNvSpPr/>
              <p:nvPr/>
            </p:nvSpPr>
            <p:spPr>
              <a:xfrm>
                <a:off x="1729080" y="4400640"/>
                <a:ext cx="14040" cy="2736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570" h="1113">
                    <a:moveTo>
                      <a:pt x="298" y="0"/>
                    </a:moveTo>
                    <a:cubicBezTo>
                      <a:pt x="0" y="0"/>
                      <a:pt x="81" y="733"/>
                      <a:pt x="81" y="868"/>
                    </a:cubicBezTo>
                    <a:cubicBezTo>
                      <a:pt x="81" y="977"/>
                      <a:pt x="109" y="1085"/>
                      <a:pt x="217" y="1113"/>
                    </a:cubicBezTo>
                    <a:cubicBezTo>
                      <a:pt x="271" y="1113"/>
                      <a:pt x="298" y="1085"/>
                      <a:pt x="380" y="1031"/>
                    </a:cubicBezTo>
                    <a:cubicBezTo>
                      <a:pt x="407" y="1004"/>
                      <a:pt x="434" y="950"/>
                      <a:pt x="434" y="868"/>
                    </a:cubicBezTo>
                    <a:cubicBezTo>
                      <a:pt x="488" y="706"/>
                      <a:pt x="570" y="28"/>
                      <a:pt x="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3680" bIns="13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1101;p35"/>
              <p:cNvSpPr/>
              <p:nvPr/>
            </p:nvSpPr>
            <p:spPr>
              <a:xfrm>
                <a:off x="1605600" y="4435200"/>
                <a:ext cx="18720" cy="2628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26280"/>
                  <a:gd name="textAreaBottom" fmla="*/ 26640 h 26280"/>
                </a:gdLst>
                <a:ahLst/>
                <a:cxnLst/>
                <a:rect l="textAreaLeft" t="textAreaTop" r="textAreaRight" b="textAreaBottom"/>
                <a:pathLst>
                  <a:path w="759" h="1062">
                    <a:moveTo>
                      <a:pt x="610" y="0"/>
                    </a:moveTo>
                    <a:cubicBezTo>
                      <a:pt x="577" y="0"/>
                      <a:pt x="537" y="13"/>
                      <a:pt x="489" y="42"/>
                    </a:cubicBezTo>
                    <a:cubicBezTo>
                      <a:pt x="326" y="259"/>
                      <a:pt x="163" y="503"/>
                      <a:pt x="55" y="693"/>
                    </a:cubicBezTo>
                    <a:cubicBezTo>
                      <a:pt x="28" y="802"/>
                      <a:pt x="1" y="937"/>
                      <a:pt x="55" y="991"/>
                    </a:cubicBezTo>
                    <a:cubicBezTo>
                      <a:pt x="72" y="1043"/>
                      <a:pt x="122" y="1062"/>
                      <a:pt x="177" y="1062"/>
                    </a:cubicBezTo>
                    <a:cubicBezTo>
                      <a:pt x="209" y="1062"/>
                      <a:pt x="242" y="1056"/>
                      <a:pt x="272" y="1046"/>
                    </a:cubicBezTo>
                    <a:cubicBezTo>
                      <a:pt x="326" y="991"/>
                      <a:pt x="407" y="964"/>
                      <a:pt x="434" y="910"/>
                    </a:cubicBezTo>
                    <a:cubicBezTo>
                      <a:pt x="570" y="774"/>
                      <a:pt x="679" y="585"/>
                      <a:pt x="706" y="422"/>
                    </a:cubicBezTo>
                    <a:cubicBezTo>
                      <a:pt x="750" y="266"/>
                      <a:pt x="758" y="0"/>
                      <a:pt x="6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3320" bIns="13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1102;p35"/>
              <p:cNvSpPr/>
              <p:nvPr/>
            </p:nvSpPr>
            <p:spPr>
              <a:xfrm>
                <a:off x="1664640" y="4486680"/>
                <a:ext cx="20520" cy="33840"/>
              </a:xfrm>
              <a:custGeom>
                <a:avLst/>
                <a:gdLst>
                  <a:gd name="textAreaLeft" fmla="*/ 0 w 20520"/>
                  <a:gd name="textAreaRight" fmla="*/ 20880 w 20520"/>
                  <a:gd name="textAreaTop" fmla="*/ 0 h 33840"/>
                  <a:gd name="textAreaBottom" fmla="*/ 34200 h 33840"/>
                </a:gdLst>
                <a:ahLst/>
                <a:cxnLst/>
                <a:rect l="textAreaLeft" t="textAreaTop" r="textAreaRight" b="textAreaBottom"/>
                <a:pathLst>
                  <a:path w="842" h="1374">
                    <a:moveTo>
                      <a:pt x="497" y="1"/>
                    </a:moveTo>
                    <a:cubicBezTo>
                      <a:pt x="241" y="1"/>
                      <a:pt x="77" y="628"/>
                      <a:pt x="27" y="777"/>
                    </a:cubicBezTo>
                    <a:cubicBezTo>
                      <a:pt x="0" y="912"/>
                      <a:pt x="0" y="1021"/>
                      <a:pt x="27" y="1157"/>
                    </a:cubicBezTo>
                    <a:cubicBezTo>
                      <a:pt x="82" y="1238"/>
                      <a:pt x="163" y="1346"/>
                      <a:pt x="299" y="1374"/>
                    </a:cubicBezTo>
                    <a:cubicBezTo>
                      <a:pt x="407" y="1374"/>
                      <a:pt x="489" y="1346"/>
                      <a:pt x="543" y="1292"/>
                    </a:cubicBezTo>
                    <a:cubicBezTo>
                      <a:pt x="624" y="1211"/>
                      <a:pt x="651" y="1129"/>
                      <a:pt x="678" y="1048"/>
                    </a:cubicBezTo>
                    <a:cubicBezTo>
                      <a:pt x="760" y="831"/>
                      <a:pt x="841" y="153"/>
                      <a:pt x="570" y="17"/>
                    </a:cubicBezTo>
                    <a:cubicBezTo>
                      <a:pt x="545" y="6"/>
                      <a:pt x="521" y="1"/>
                      <a:pt x="4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6920" bIns="16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1103;p35"/>
              <p:cNvSpPr/>
              <p:nvPr/>
            </p:nvSpPr>
            <p:spPr>
              <a:xfrm>
                <a:off x="1800000" y="4466520"/>
                <a:ext cx="21960" cy="32760"/>
              </a:xfrm>
              <a:custGeom>
                <a:avLst/>
                <a:gdLst>
                  <a:gd name="textAreaLeft" fmla="*/ 0 w 21960"/>
                  <a:gd name="textAreaRight" fmla="*/ 22320 w 21960"/>
                  <a:gd name="textAreaTop" fmla="*/ 0 h 32760"/>
                  <a:gd name="textAreaBottom" fmla="*/ 33120 h 32760"/>
                </a:gdLst>
                <a:ahLst/>
                <a:cxnLst/>
                <a:rect l="textAreaLeft" t="textAreaTop" r="textAreaRight" b="textAreaBottom"/>
                <a:pathLst>
                  <a:path w="896" h="1318">
                    <a:moveTo>
                      <a:pt x="522" y="0"/>
                    </a:moveTo>
                    <a:cubicBezTo>
                      <a:pt x="495" y="0"/>
                      <a:pt x="466" y="5"/>
                      <a:pt x="434" y="16"/>
                    </a:cubicBezTo>
                    <a:cubicBezTo>
                      <a:pt x="0" y="124"/>
                      <a:pt x="271" y="775"/>
                      <a:pt x="380" y="1046"/>
                    </a:cubicBezTo>
                    <a:cubicBezTo>
                      <a:pt x="407" y="1101"/>
                      <a:pt x="434" y="1182"/>
                      <a:pt x="515" y="1236"/>
                    </a:cubicBezTo>
                    <a:cubicBezTo>
                      <a:pt x="570" y="1318"/>
                      <a:pt x="651" y="1318"/>
                      <a:pt x="760" y="1318"/>
                    </a:cubicBezTo>
                    <a:cubicBezTo>
                      <a:pt x="814" y="1263"/>
                      <a:pt x="841" y="1209"/>
                      <a:pt x="895" y="1128"/>
                    </a:cubicBezTo>
                    <a:lnTo>
                      <a:pt x="895" y="911"/>
                    </a:lnTo>
                    <a:cubicBezTo>
                      <a:pt x="845" y="686"/>
                      <a:pt x="84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6560" bIns="16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1104;p35"/>
              <p:cNvSpPr/>
              <p:nvPr/>
            </p:nvSpPr>
            <p:spPr>
              <a:xfrm>
                <a:off x="1892160" y="4372560"/>
                <a:ext cx="28800" cy="25200"/>
              </a:xfrm>
              <a:custGeom>
                <a:avLst/>
                <a:gdLst>
                  <a:gd name="textAreaLeft" fmla="*/ 0 w 28800"/>
                  <a:gd name="textAreaRight" fmla="*/ 29160 w 2880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1168" h="1021">
                    <a:moveTo>
                      <a:pt x="589" y="0"/>
                    </a:moveTo>
                    <a:cubicBezTo>
                      <a:pt x="526" y="0"/>
                      <a:pt x="457" y="26"/>
                      <a:pt x="381" y="87"/>
                    </a:cubicBezTo>
                    <a:cubicBezTo>
                      <a:pt x="1" y="385"/>
                      <a:pt x="543" y="846"/>
                      <a:pt x="815" y="982"/>
                    </a:cubicBezTo>
                    <a:cubicBezTo>
                      <a:pt x="872" y="1001"/>
                      <a:pt x="943" y="1020"/>
                      <a:pt x="999" y="1020"/>
                    </a:cubicBezTo>
                    <a:cubicBezTo>
                      <a:pt x="1022" y="1020"/>
                      <a:pt x="1043" y="1017"/>
                      <a:pt x="1059" y="1009"/>
                    </a:cubicBezTo>
                    <a:cubicBezTo>
                      <a:pt x="1167" y="928"/>
                      <a:pt x="1140" y="792"/>
                      <a:pt x="1086" y="711"/>
                    </a:cubicBezTo>
                    <a:cubicBezTo>
                      <a:pt x="1020" y="490"/>
                      <a:pt x="86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2600" bIns="12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1105;p35"/>
              <p:cNvSpPr/>
              <p:nvPr/>
            </p:nvSpPr>
            <p:spPr>
              <a:xfrm>
                <a:off x="1895400" y="4422600"/>
                <a:ext cx="18360" cy="3564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35640"/>
                  <a:gd name="textAreaBottom" fmla="*/ 36000 h 35640"/>
                </a:gdLst>
                <a:ahLst/>
                <a:cxnLst/>
                <a:rect l="textAreaLeft" t="textAreaTop" r="textAreaRight" b="textAreaBottom"/>
                <a:pathLst>
                  <a:path w="744" h="1441">
                    <a:moveTo>
                      <a:pt x="146" y="0"/>
                    </a:moveTo>
                    <a:cubicBezTo>
                      <a:pt x="0" y="0"/>
                      <a:pt x="31" y="272"/>
                      <a:pt x="93" y="416"/>
                    </a:cubicBezTo>
                    <a:cubicBezTo>
                      <a:pt x="120" y="742"/>
                      <a:pt x="256" y="1040"/>
                      <a:pt x="418" y="1312"/>
                    </a:cubicBezTo>
                    <a:cubicBezTo>
                      <a:pt x="473" y="1339"/>
                      <a:pt x="473" y="1366"/>
                      <a:pt x="500" y="1420"/>
                    </a:cubicBezTo>
                    <a:cubicBezTo>
                      <a:pt x="513" y="1434"/>
                      <a:pt x="527" y="1440"/>
                      <a:pt x="547" y="1440"/>
                    </a:cubicBezTo>
                    <a:cubicBezTo>
                      <a:pt x="568" y="1440"/>
                      <a:pt x="595" y="1434"/>
                      <a:pt x="635" y="1420"/>
                    </a:cubicBezTo>
                    <a:cubicBezTo>
                      <a:pt x="663" y="1366"/>
                      <a:pt x="690" y="1339"/>
                      <a:pt x="690" y="1284"/>
                    </a:cubicBezTo>
                    <a:cubicBezTo>
                      <a:pt x="744" y="959"/>
                      <a:pt x="663" y="661"/>
                      <a:pt x="527" y="389"/>
                    </a:cubicBezTo>
                    <a:cubicBezTo>
                      <a:pt x="500" y="281"/>
                      <a:pt x="418" y="199"/>
                      <a:pt x="337" y="91"/>
                    </a:cubicBezTo>
                    <a:cubicBezTo>
                      <a:pt x="253" y="27"/>
                      <a:pt x="191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1106;p35"/>
              <p:cNvSpPr/>
              <p:nvPr/>
            </p:nvSpPr>
            <p:spPr>
              <a:xfrm>
                <a:off x="1981800" y="4359240"/>
                <a:ext cx="28800" cy="19800"/>
              </a:xfrm>
              <a:custGeom>
                <a:avLst/>
                <a:gdLst>
                  <a:gd name="textAreaLeft" fmla="*/ 0 w 28800"/>
                  <a:gd name="textAreaRight" fmla="*/ 29160 w 28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167" h="800">
                    <a:moveTo>
                      <a:pt x="370" y="1"/>
                    </a:moveTo>
                    <a:cubicBezTo>
                      <a:pt x="206" y="1"/>
                      <a:pt x="55" y="47"/>
                      <a:pt x="55" y="208"/>
                    </a:cubicBezTo>
                    <a:cubicBezTo>
                      <a:pt x="0" y="479"/>
                      <a:pt x="434" y="642"/>
                      <a:pt x="597" y="723"/>
                    </a:cubicBezTo>
                    <a:cubicBezTo>
                      <a:pt x="693" y="762"/>
                      <a:pt x="789" y="800"/>
                      <a:pt x="885" y="800"/>
                    </a:cubicBezTo>
                    <a:cubicBezTo>
                      <a:pt x="924" y="800"/>
                      <a:pt x="964" y="793"/>
                      <a:pt x="1004" y="778"/>
                    </a:cubicBezTo>
                    <a:cubicBezTo>
                      <a:pt x="1112" y="750"/>
                      <a:pt x="1167" y="615"/>
                      <a:pt x="1167" y="479"/>
                    </a:cubicBezTo>
                    <a:cubicBezTo>
                      <a:pt x="1167" y="344"/>
                      <a:pt x="1085" y="235"/>
                      <a:pt x="1004" y="181"/>
                    </a:cubicBezTo>
                    <a:cubicBezTo>
                      <a:pt x="895" y="99"/>
                      <a:pt x="814" y="72"/>
                      <a:pt x="678" y="45"/>
                    </a:cubicBezTo>
                    <a:cubicBezTo>
                      <a:pt x="601" y="23"/>
                      <a:pt x="483" y="1"/>
                      <a:pt x="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080" bIns="10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0" name="Google Shape;1107;p35"/>
              <p:cNvSpPr/>
              <p:nvPr/>
            </p:nvSpPr>
            <p:spPr>
              <a:xfrm>
                <a:off x="1992600" y="4428720"/>
                <a:ext cx="32760" cy="20160"/>
              </a:xfrm>
              <a:custGeom>
                <a:avLst/>
                <a:gdLst>
                  <a:gd name="textAreaLeft" fmla="*/ 0 w 32760"/>
                  <a:gd name="textAreaRight" fmla="*/ 33120 w 3276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1330" h="824">
                    <a:moveTo>
                      <a:pt x="651" y="1"/>
                    </a:moveTo>
                    <a:cubicBezTo>
                      <a:pt x="624" y="1"/>
                      <a:pt x="597" y="4"/>
                      <a:pt x="570" y="13"/>
                    </a:cubicBezTo>
                    <a:cubicBezTo>
                      <a:pt x="0" y="94"/>
                      <a:pt x="705" y="664"/>
                      <a:pt x="922" y="772"/>
                    </a:cubicBezTo>
                    <a:cubicBezTo>
                      <a:pt x="967" y="802"/>
                      <a:pt x="1028" y="823"/>
                      <a:pt x="1092" y="823"/>
                    </a:cubicBezTo>
                    <a:cubicBezTo>
                      <a:pt x="1144" y="823"/>
                      <a:pt x="1199" y="809"/>
                      <a:pt x="1248" y="772"/>
                    </a:cubicBezTo>
                    <a:cubicBezTo>
                      <a:pt x="1329" y="691"/>
                      <a:pt x="1329" y="582"/>
                      <a:pt x="1329" y="501"/>
                    </a:cubicBezTo>
                    <a:cubicBezTo>
                      <a:pt x="1329" y="392"/>
                      <a:pt x="1329" y="284"/>
                      <a:pt x="1248" y="230"/>
                    </a:cubicBezTo>
                    <a:cubicBezTo>
                      <a:pt x="1139" y="67"/>
                      <a:pt x="977" y="40"/>
                      <a:pt x="814" y="13"/>
                    </a:cubicBezTo>
                    <a:cubicBezTo>
                      <a:pt x="760" y="13"/>
                      <a:pt x="705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080" bIns="10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1" name="Google Shape;1108;p35"/>
              <p:cNvSpPr/>
              <p:nvPr/>
            </p:nvSpPr>
            <p:spPr>
              <a:xfrm>
                <a:off x="1875960" y="4525200"/>
                <a:ext cx="20880" cy="35280"/>
              </a:xfrm>
              <a:custGeom>
                <a:avLst/>
                <a:gdLst>
                  <a:gd name="textAreaLeft" fmla="*/ 0 w 20880"/>
                  <a:gd name="textAreaRight" fmla="*/ 21240 w 2088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851" h="1427">
                    <a:moveTo>
                      <a:pt x="291" y="0"/>
                    </a:moveTo>
                    <a:cubicBezTo>
                      <a:pt x="1" y="0"/>
                      <a:pt x="270" y="1027"/>
                      <a:pt x="363" y="1189"/>
                    </a:cubicBezTo>
                    <a:cubicBezTo>
                      <a:pt x="390" y="1270"/>
                      <a:pt x="471" y="1379"/>
                      <a:pt x="525" y="1406"/>
                    </a:cubicBezTo>
                    <a:cubicBezTo>
                      <a:pt x="566" y="1419"/>
                      <a:pt x="620" y="1426"/>
                      <a:pt x="668" y="1426"/>
                    </a:cubicBezTo>
                    <a:cubicBezTo>
                      <a:pt x="715" y="1426"/>
                      <a:pt x="756" y="1419"/>
                      <a:pt x="769" y="1406"/>
                    </a:cubicBezTo>
                    <a:cubicBezTo>
                      <a:pt x="851" y="1324"/>
                      <a:pt x="851" y="1270"/>
                      <a:pt x="851" y="1162"/>
                    </a:cubicBezTo>
                    <a:cubicBezTo>
                      <a:pt x="851" y="917"/>
                      <a:pt x="797" y="700"/>
                      <a:pt x="742" y="483"/>
                    </a:cubicBezTo>
                    <a:cubicBezTo>
                      <a:pt x="715" y="348"/>
                      <a:pt x="634" y="185"/>
                      <a:pt x="498" y="104"/>
                    </a:cubicBezTo>
                    <a:cubicBezTo>
                      <a:pt x="410" y="31"/>
                      <a:pt x="342" y="0"/>
                      <a:pt x="2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640" bIns="17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2" name="Google Shape;1109;p35"/>
              <p:cNvSpPr/>
              <p:nvPr/>
            </p:nvSpPr>
            <p:spPr>
              <a:xfrm>
                <a:off x="1741680" y="4549680"/>
                <a:ext cx="20160" cy="35280"/>
              </a:xfrm>
              <a:custGeom>
                <a:avLst/>
                <a:gdLst>
                  <a:gd name="textAreaLeft" fmla="*/ 0 w 20160"/>
                  <a:gd name="textAreaRight" fmla="*/ 20520 w 2016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815" h="1432">
                    <a:moveTo>
                      <a:pt x="467" y="1"/>
                    </a:moveTo>
                    <a:cubicBezTo>
                      <a:pt x="353" y="1"/>
                      <a:pt x="290" y="143"/>
                      <a:pt x="245" y="211"/>
                    </a:cubicBezTo>
                    <a:cubicBezTo>
                      <a:pt x="55" y="482"/>
                      <a:pt x="0" y="807"/>
                      <a:pt x="55" y="1133"/>
                    </a:cubicBezTo>
                    <a:cubicBezTo>
                      <a:pt x="82" y="1269"/>
                      <a:pt x="163" y="1404"/>
                      <a:pt x="299" y="1431"/>
                    </a:cubicBezTo>
                    <a:cubicBezTo>
                      <a:pt x="380" y="1431"/>
                      <a:pt x="462" y="1404"/>
                      <a:pt x="543" y="1350"/>
                    </a:cubicBezTo>
                    <a:cubicBezTo>
                      <a:pt x="597" y="1269"/>
                      <a:pt x="597" y="1214"/>
                      <a:pt x="651" y="1106"/>
                    </a:cubicBezTo>
                    <a:cubicBezTo>
                      <a:pt x="706" y="862"/>
                      <a:pt x="814" y="672"/>
                      <a:pt x="787" y="428"/>
                    </a:cubicBezTo>
                    <a:cubicBezTo>
                      <a:pt x="787" y="292"/>
                      <a:pt x="679" y="48"/>
                      <a:pt x="543" y="21"/>
                    </a:cubicBezTo>
                    <a:cubicBezTo>
                      <a:pt x="515" y="7"/>
                      <a:pt x="490" y="1"/>
                      <a:pt x="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640" bIns="17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1110;p35"/>
              <p:cNvSpPr/>
              <p:nvPr/>
            </p:nvSpPr>
            <p:spPr>
              <a:xfrm>
                <a:off x="1513800" y="4451760"/>
                <a:ext cx="34200" cy="2664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1376" h="1073">
                    <a:moveTo>
                      <a:pt x="1122" y="1"/>
                    </a:moveTo>
                    <a:cubicBezTo>
                      <a:pt x="870" y="1"/>
                      <a:pt x="460" y="197"/>
                      <a:pt x="326" y="280"/>
                    </a:cubicBezTo>
                    <a:cubicBezTo>
                      <a:pt x="218" y="334"/>
                      <a:pt x="164" y="416"/>
                      <a:pt x="82" y="470"/>
                    </a:cubicBezTo>
                    <a:cubicBezTo>
                      <a:pt x="28" y="578"/>
                      <a:pt x="1" y="687"/>
                      <a:pt x="28" y="795"/>
                    </a:cubicBezTo>
                    <a:cubicBezTo>
                      <a:pt x="55" y="931"/>
                      <a:pt x="191" y="1012"/>
                      <a:pt x="326" y="1067"/>
                    </a:cubicBezTo>
                    <a:cubicBezTo>
                      <a:pt x="345" y="1070"/>
                      <a:pt x="364" y="1072"/>
                      <a:pt x="383" y="1072"/>
                    </a:cubicBezTo>
                    <a:cubicBezTo>
                      <a:pt x="505" y="1072"/>
                      <a:pt x="639" y="1005"/>
                      <a:pt x="733" y="958"/>
                    </a:cubicBezTo>
                    <a:cubicBezTo>
                      <a:pt x="869" y="877"/>
                      <a:pt x="977" y="795"/>
                      <a:pt x="1086" y="660"/>
                    </a:cubicBezTo>
                    <a:cubicBezTo>
                      <a:pt x="1167" y="551"/>
                      <a:pt x="1276" y="443"/>
                      <a:pt x="1303" y="307"/>
                    </a:cubicBezTo>
                    <a:cubicBezTo>
                      <a:pt x="1376" y="77"/>
                      <a:pt x="1280" y="1"/>
                      <a:pt x="1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3320" bIns="13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4" name="Google Shape;1111;p35"/>
              <p:cNvSpPr/>
              <p:nvPr/>
            </p:nvSpPr>
            <p:spPr>
              <a:xfrm>
                <a:off x="1600920" y="4525200"/>
                <a:ext cx="18000" cy="2016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733" h="820">
                    <a:moveTo>
                      <a:pt x="402" y="1"/>
                    </a:moveTo>
                    <a:cubicBezTo>
                      <a:pt x="173" y="1"/>
                      <a:pt x="1" y="450"/>
                      <a:pt x="1" y="619"/>
                    </a:cubicBezTo>
                    <a:cubicBezTo>
                      <a:pt x="1" y="700"/>
                      <a:pt x="55" y="755"/>
                      <a:pt x="109" y="782"/>
                    </a:cubicBezTo>
                    <a:cubicBezTo>
                      <a:pt x="146" y="806"/>
                      <a:pt x="177" y="820"/>
                      <a:pt x="205" y="820"/>
                    </a:cubicBezTo>
                    <a:cubicBezTo>
                      <a:pt x="239" y="820"/>
                      <a:pt x="269" y="800"/>
                      <a:pt x="299" y="755"/>
                    </a:cubicBezTo>
                    <a:cubicBezTo>
                      <a:pt x="489" y="646"/>
                      <a:pt x="733" y="158"/>
                      <a:pt x="489" y="22"/>
                    </a:cubicBezTo>
                    <a:cubicBezTo>
                      <a:pt x="459" y="8"/>
                      <a:pt x="430" y="1"/>
                      <a:pt x="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080" bIns="10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1112;p35"/>
              <p:cNvSpPr/>
              <p:nvPr/>
            </p:nvSpPr>
            <p:spPr>
              <a:xfrm>
                <a:off x="1548360" y="4420440"/>
                <a:ext cx="192240" cy="152280"/>
              </a:xfrm>
              <a:custGeom>
                <a:avLst/>
                <a:gdLst>
                  <a:gd name="textAreaLeft" fmla="*/ 0 w 192240"/>
                  <a:gd name="textAreaRight" fmla="*/ 192600 w 192240"/>
                  <a:gd name="textAreaTop" fmla="*/ 0 h 152280"/>
                  <a:gd name="textAreaBottom" fmla="*/ 152640 h 152280"/>
                </a:gdLst>
                <a:ahLst/>
                <a:cxnLst/>
                <a:rect l="textAreaLeft" t="textAreaTop" r="textAreaRight" b="textAreaBottom"/>
                <a:pathLst>
                  <a:path w="7704" h="6105">
                    <a:moveTo>
                      <a:pt x="1503" y="1"/>
                    </a:moveTo>
                    <a:cubicBezTo>
                      <a:pt x="889" y="1"/>
                      <a:pt x="343" y="179"/>
                      <a:pt x="109" y="705"/>
                    </a:cubicBezTo>
                    <a:cubicBezTo>
                      <a:pt x="0" y="950"/>
                      <a:pt x="54" y="1221"/>
                      <a:pt x="163" y="1411"/>
                    </a:cubicBezTo>
                    <a:cubicBezTo>
                      <a:pt x="543" y="2360"/>
                      <a:pt x="1383" y="3174"/>
                      <a:pt x="2089" y="3852"/>
                    </a:cubicBezTo>
                    <a:cubicBezTo>
                      <a:pt x="2577" y="4340"/>
                      <a:pt x="3119" y="4774"/>
                      <a:pt x="3689" y="5154"/>
                    </a:cubicBezTo>
                    <a:cubicBezTo>
                      <a:pt x="4479" y="5680"/>
                      <a:pt x="5370" y="6104"/>
                      <a:pt x="6290" y="6104"/>
                    </a:cubicBezTo>
                    <a:cubicBezTo>
                      <a:pt x="6318" y="6104"/>
                      <a:pt x="6346" y="6104"/>
                      <a:pt x="6374" y="6103"/>
                    </a:cubicBezTo>
                    <a:cubicBezTo>
                      <a:pt x="6781" y="6103"/>
                      <a:pt x="7242" y="5995"/>
                      <a:pt x="7486" y="5615"/>
                    </a:cubicBezTo>
                    <a:cubicBezTo>
                      <a:pt x="7703" y="5344"/>
                      <a:pt x="7703" y="4991"/>
                      <a:pt x="7622" y="4638"/>
                    </a:cubicBezTo>
                    <a:cubicBezTo>
                      <a:pt x="7486" y="4014"/>
                      <a:pt x="7079" y="3526"/>
                      <a:pt x="6673" y="3038"/>
                    </a:cubicBezTo>
                    <a:cubicBezTo>
                      <a:pt x="5832" y="2062"/>
                      <a:pt x="4910" y="1112"/>
                      <a:pt x="3716" y="543"/>
                    </a:cubicBezTo>
                    <a:cubicBezTo>
                      <a:pt x="3238" y="311"/>
                      <a:pt x="2312" y="1"/>
                      <a:pt x="1503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6320" bIns="76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1113;p35"/>
              <p:cNvSpPr/>
              <p:nvPr/>
            </p:nvSpPr>
            <p:spPr>
              <a:xfrm>
                <a:off x="2065320" y="4391640"/>
                <a:ext cx="72360" cy="14436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144360"/>
                  <a:gd name="textAreaBottom" fmla="*/ 144720 h 144360"/>
                </a:gdLst>
                <a:ahLst/>
                <a:cxnLst/>
                <a:rect l="textAreaLeft" t="textAreaTop" r="textAreaRight" b="textAreaBottom"/>
                <a:pathLst>
                  <a:path w="2903" h="5791">
                    <a:moveTo>
                      <a:pt x="2434" y="1"/>
                    </a:moveTo>
                    <a:cubicBezTo>
                      <a:pt x="2255" y="1"/>
                      <a:pt x="2277" y="204"/>
                      <a:pt x="2252" y="383"/>
                    </a:cubicBezTo>
                    <a:cubicBezTo>
                      <a:pt x="2062" y="1386"/>
                      <a:pt x="1764" y="2363"/>
                      <a:pt x="1302" y="3285"/>
                    </a:cubicBezTo>
                    <a:cubicBezTo>
                      <a:pt x="1031" y="3773"/>
                      <a:pt x="733" y="4288"/>
                      <a:pt x="353" y="4722"/>
                    </a:cubicBezTo>
                    <a:cubicBezTo>
                      <a:pt x="217" y="4885"/>
                      <a:pt x="82" y="5048"/>
                      <a:pt x="28" y="5265"/>
                    </a:cubicBezTo>
                    <a:cubicBezTo>
                      <a:pt x="0" y="5455"/>
                      <a:pt x="82" y="5699"/>
                      <a:pt x="272" y="5780"/>
                    </a:cubicBezTo>
                    <a:cubicBezTo>
                      <a:pt x="304" y="5787"/>
                      <a:pt x="339" y="5790"/>
                      <a:pt x="375" y="5790"/>
                    </a:cubicBezTo>
                    <a:cubicBezTo>
                      <a:pt x="491" y="5790"/>
                      <a:pt x="616" y="5755"/>
                      <a:pt x="679" y="5672"/>
                    </a:cubicBezTo>
                    <a:cubicBezTo>
                      <a:pt x="787" y="5563"/>
                      <a:pt x="868" y="5428"/>
                      <a:pt x="950" y="5319"/>
                    </a:cubicBezTo>
                    <a:cubicBezTo>
                      <a:pt x="1085" y="5048"/>
                      <a:pt x="1275" y="4804"/>
                      <a:pt x="1384" y="4533"/>
                    </a:cubicBezTo>
                    <a:cubicBezTo>
                      <a:pt x="1845" y="3773"/>
                      <a:pt x="2306" y="2959"/>
                      <a:pt x="2577" y="2064"/>
                    </a:cubicBezTo>
                    <a:cubicBezTo>
                      <a:pt x="2713" y="1549"/>
                      <a:pt x="2903" y="925"/>
                      <a:pt x="2794" y="383"/>
                    </a:cubicBezTo>
                    <a:cubicBezTo>
                      <a:pt x="2740" y="193"/>
                      <a:pt x="2659" y="30"/>
                      <a:pt x="2469" y="3"/>
                    </a:cubicBezTo>
                    <a:cubicBezTo>
                      <a:pt x="2456" y="1"/>
                      <a:pt x="2445" y="1"/>
                      <a:pt x="2434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360" bIns="72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97" name="Google Shape;1114;p35"/>
          <p:cNvSpPr/>
          <p:nvPr/>
        </p:nvSpPr>
        <p:spPr>
          <a:xfrm flipH="1">
            <a:off x="8719560" y="7923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98" name="Google Shape;1115;p35"/>
          <p:cNvCxnSpPr/>
          <p:nvPr/>
        </p:nvCxnSpPr>
        <p:spPr>
          <a:xfrm>
            <a:off x="5001840" y="244296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  <p:pic>
        <p:nvPicPr>
          <p:cNvPr id="399" name="image_0:slide_img_HAAjjg.jpg" descr=""/>
          <p:cNvPicPr/>
          <p:nvPr/>
        </p:nvPicPr>
        <p:blipFill>
          <a:blip r:embed="rId1"/>
          <a:stretch/>
        </p:blipFill>
        <p:spPr>
          <a:xfrm>
            <a:off x="714240" y="809640"/>
            <a:ext cx="3524040" cy="352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"/>
          <p:cNvSpPr/>
          <p:nvPr/>
        </p:nvSpPr>
        <p:spPr>
          <a:xfrm>
            <a:off x="4886280" y="1324080"/>
            <a:ext cx="1285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01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1" name=""/>
          <p:cNvSpPr/>
          <p:nvPr/>
        </p:nvSpPr>
        <p:spPr>
          <a:xfrm>
            <a:off x="4886280" y="2647800"/>
            <a:ext cx="3362040" cy="12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0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Project Overview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2" name=""/>
          <p:cNvSpPr/>
          <p:nvPr/>
        </p:nvSpPr>
        <p:spPr>
          <a:xfrm>
            <a:off x="476280" y="3333600"/>
            <a:ext cx="361908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Purpose &amp; Scope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4" name=""/>
          <p:cNvSpPr/>
          <p:nvPr/>
        </p:nvSpPr>
        <p:spPr>
          <a:xfrm>
            <a:off x="476280" y="1905120"/>
            <a:ext cx="81910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Provide a centralized marketplace to enable direct transactions between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farmers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and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buyers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, reducing middlemen and improving price fairness.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Scope includes web portal, user roles, bidding, payments, and basic admin controls.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Stakeholders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"/>
          <p:cNvSpPr/>
          <p:nvPr/>
        </p:nvSpPr>
        <p:spPr>
          <a:xfrm>
            <a:off x="476280" y="190512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Admin: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platform management, user and order oversight.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Farmer: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crop listing, bid management, receive payments.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Consumer/Vendor: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browse, bid, purchase, and review orders.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image_0:slide_img_NdNLkg.jpg" descr="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"/>
          <p:cNvSpPr/>
          <p:nvPr/>
        </p:nvSpPr>
        <p:spPr>
          <a:xfrm>
            <a:off x="476280" y="1905120"/>
            <a:ext cx="361908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Support for crop uploading, </a:t>
            </a:r>
            <a:r>
              <a:rPr b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online bidding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, and product/catalog management.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Integrated order processing, payment gateway support, notifications, and role-based dashboards.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Key Features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image_0:slide_img_lPCAlg.jpg" descr="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"/>
          <p:cNvSpPr/>
          <p:nvPr/>
        </p:nvSpPr>
        <p:spPr>
          <a:xfrm>
            <a:off x="476280" y="476280"/>
            <a:ext cx="2285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0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"/>
          <p:cNvSpPr/>
          <p:nvPr/>
        </p:nvSpPr>
        <p:spPr>
          <a:xfrm>
            <a:off x="476280" y="1428840"/>
            <a:ext cx="36190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Problem &amp; Goals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3" name=""/>
          <p:cNvSpPr/>
          <p:nvPr/>
        </p:nvSpPr>
        <p:spPr>
          <a:xfrm>
            <a:off x="476280" y="3333600"/>
            <a:ext cx="361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Pain Points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5" name=""/>
          <p:cNvSpPr/>
          <p:nvPr/>
        </p:nvSpPr>
        <p:spPr>
          <a:xfrm>
            <a:off x="476280" y="1905120"/>
            <a:ext cx="819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7500" lnSpcReduction="1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Farmers face unfair pricing, middlemen dependency, and limited market access.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Consumers struggle to find quality produce and transparent pricing.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Project Objectives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7" name=""/>
          <p:cNvSpPr/>
          <p:nvPr/>
        </p:nvSpPr>
        <p:spPr>
          <a:xfrm>
            <a:off x="476280" y="190512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Enable direct farmer-to-buyer transactions, simplify listings and bidding, and provide reliable order/payment workflows.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Facilitate scalability and future mobile/cloud expansion while ensuring security and data integrity.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image_0:slide_img_pbLblg.jpg" descr="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Success Metrics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0" name=""/>
          <p:cNvSpPr/>
          <p:nvPr/>
        </p:nvSpPr>
        <p:spPr>
          <a:xfrm>
            <a:off x="476280" y="1905120"/>
            <a:ext cx="361908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Track adoption: </a:t>
            </a:r>
            <a:r>
              <a:rPr b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number of registered farmers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and active buyers.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Monitor transactions: daily listings, bids placed, and </a:t>
            </a:r>
            <a:r>
              <a:rPr b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completed orders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Measure satisfaction via ratings and reduced intermediary usage to evaluate impact on farmer income.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952560" y="1428840"/>
            <a:ext cx="4571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System Design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2" name=""/>
          <p:cNvSpPr/>
          <p:nvPr/>
        </p:nvSpPr>
        <p:spPr>
          <a:xfrm>
            <a:off x="952560" y="3333600"/>
            <a:ext cx="6000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image_0:slide_img_nckAmg.jpg" descr="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Architecture Layers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5" name=""/>
          <p:cNvSpPr/>
          <p:nvPr/>
        </p:nvSpPr>
        <p:spPr>
          <a:xfrm>
            <a:off x="476280" y="1905120"/>
            <a:ext cx="3619080" cy="21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Three-tier model: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Presentation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(HTML/CSS/JS),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Business Logic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(PHP),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Data Access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 (MySQL).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This separation supports maintainability, scalability, and clear responsibility boundaries.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Modules &amp; Workflows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7" name=""/>
          <p:cNvSpPr/>
          <p:nvPr/>
        </p:nvSpPr>
        <p:spPr>
          <a:xfrm>
            <a:off x="476280" y="1905120"/>
            <a:ext cx="81910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Core modules: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Admin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,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Farmer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, </a:t>
            </a:r>
            <a:r>
              <a:rPr b="0" i="1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Consumer</a:t>
            </a: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, Orders, Payments, Notifications.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Typical workflow: registration → listing → bidding/ordering → payment → fulfillment and notifications.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Technology Stack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9" name=""/>
          <p:cNvSpPr/>
          <p:nvPr/>
        </p:nvSpPr>
        <p:spPr>
          <a:xfrm>
            <a:off x="476280" y="1905120"/>
            <a:ext cx="819108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Front-end: HTML, CSS, JavaScript. Back-end: PHP on Apache (WAMP).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Database: MySQL. Development tools: VS Code / Sublime Text.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image_0:slide_img_LgFcmg.jpg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"/>
          <p:cNvSpPr/>
          <p:nvPr/>
        </p:nvSpPr>
        <p:spPr>
          <a:xfrm>
            <a:off x="5048280" y="476280"/>
            <a:ext cx="2285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0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2" name=""/>
          <p:cNvSpPr/>
          <p:nvPr/>
        </p:nvSpPr>
        <p:spPr>
          <a:xfrm>
            <a:off x="5048280" y="1428840"/>
            <a:ext cx="36190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Data &amp; Delivery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3" name=""/>
          <p:cNvSpPr/>
          <p:nvPr/>
        </p:nvSpPr>
        <p:spPr>
          <a:xfrm>
            <a:off x="5048280" y="3333600"/>
            <a:ext cx="3619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55000" lnSpcReduction="1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image_0:slide_img_MFNGng.jpg" descr="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"/>
          <p:cNvSpPr/>
          <p:nvPr/>
        </p:nvSpPr>
        <p:spPr>
          <a:xfrm>
            <a:off x="476280" y="1905120"/>
            <a:ext cx="361908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Core tables: Admin, Farmers, Consumers, Products, Crops, Orders, Payments, Notifications, Feedbacks.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Relationships enforce referential integrity and support bidding and order traceability.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6" name="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Database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Testing &amp; QA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8" name=""/>
          <p:cNvSpPr/>
          <p:nvPr/>
        </p:nvSpPr>
        <p:spPr>
          <a:xfrm>
            <a:off x="476280" y="1905120"/>
            <a:ext cx="81910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Test plan: unit, integration, system, and backup/recovery tests.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Key verifications: authentication, database interactions, payment flows, and user workflows.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Deployment &amp; Future Enhancements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0" name=""/>
          <p:cNvSpPr/>
          <p:nvPr/>
        </p:nvSpPr>
        <p:spPr>
          <a:xfrm>
            <a:off x="476280" y="1905120"/>
            <a:ext cx="8191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Deploy on cloud-enabled Apache/MySQL or containerized platforms for scalability.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Planned enhancements: Android/iOS apps, cloud deployment, advanced analytics, and enhanced storage.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3505"/>
                </a:solidFill>
                <a:effectLst/>
                <a:uFillTx/>
                <a:latin typeface="Marcellus"/>
              </a:rPr>
              <a:t>Conclusions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2" name=""/>
          <p:cNvSpPr/>
          <p:nvPr/>
        </p:nvSpPr>
        <p:spPr>
          <a:xfrm>
            <a:off x="476280" y="190512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Agromart provides a scalable, secure platform enabling direct farmer-to-buyer transactions, reducing intermediaries and improving market transparency.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73505"/>
                </a:solidFill>
                <a:effectLst/>
                <a:uFillTx/>
                <a:latin typeface="Mulish"/>
              </a:rPr>
              <a:t>The solution combines modular design, robust data relationships, and clear KPIs to support future mobile and cloud expansion.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895320" y="533520"/>
            <a:ext cx="4447800" cy="22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700" strike="noStrike" u="non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Thanks!</a:t>
            </a:r>
            <a:endParaRPr b="0" lang="fr-FR" sz="6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subTitle"/>
          </p:nvPr>
        </p:nvSpPr>
        <p:spPr>
          <a:xfrm>
            <a:off x="895320" y="1838160"/>
            <a:ext cx="444780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youremail@freepik.com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+34 654 321 432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yourwebsite.com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5" name="Google Shape;1523;p49"/>
          <p:cNvSpPr/>
          <p:nvPr/>
        </p:nvSpPr>
        <p:spPr>
          <a:xfrm>
            <a:off x="895320" y="4124160"/>
            <a:ext cx="46954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643480" bIns="-264348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6" name="Google Shape;1524;p49"/>
          <p:cNvGrpSpPr/>
          <p:nvPr/>
        </p:nvGrpSpPr>
        <p:grpSpPr>
          <a:xfrm>
            <a:off x="930600" y="2990880"/>
            <a:ext cx="598320" cy="485640"/>
            <a:chOff x="930600" y="2990880"/>
            <a:chExt cx="598320" cy="485640"/>
          </a:xfrm>
        </p:grpSpPr>
        <p:sp>
          <p:nvSpPr>
            <p:cNvPr id="447" name="Google Shape;1525;p49"/>
            <p:cNvSpPr/>
            <p:nvPr/>
          </p:nvSpPr>
          <p:spPr>
            <a:xfrm>
              <a:off x="930600" y="2990880"/>
              <a:ext cx="598320" cy="485640"/>
            </a:xfrm>
            <a:custGeom>
              <a:avLst/>
              <a:gdLst>
                <a:gd name="textAreaLeft" fmla="*/ 0 w 598320"/>
                <a:gd name="textAreaRight" fmla="*/ 598680 w 598320"/>
                <a:gd name="textAreaTop" fmla="*/ 0 h 485640"/>
                <a:gd name="textAreaBottom" fmla="*/ 486000 h 485640"/>
              </a:gdLst>
              <a:ahLst/>
              <a:cxnLst/>
              <a:rect l="textAreaLeft" t="textAreaTop" r="textAreaRight" b="textAreaBottom"/>
              <a:pathLst>
                <a:path w="76870" h="62405">
                  <a:moveTo>
                    <a:pt x="34392" y="0"/>
                  </a:moveTo>
                  <a:cubicBezTo>
                    <a:pt x="29347" y="0"/>
                    <a:pt x="24322" y="761"/>
                    <a:pt x="19638" y="2594"/>
                  </a:cubicBezTo>
                  <a:cubicBezTo>
                    <a:pt x="12152" y="5523"/>
                    <a:pt x="5615" y="11409"/>
                    <a:pt x="3092" y="19085"/>
                  </a:cubicBezTo>
                  <a:cubicBezTo>
                    <a:pt x="0" y="28443"/>
                    <a:pt x="3472" y="39075"/>
                    <a:pt x="10090" y="46371"/>
                  </a:cubicBezTo>
                  <a:cubicBezTo>
                    <a:pt x="16681" y="53668"/>
                    <a:pt x="26039" y="57980"/>
                    <a:pt x="35532" y="60476"/>
                  </a:cubicBezTo>
                  <a:cubicBezTo>
                    <a:pt x="39916" y="61625"/>
                    <a:pt x="44552" y="62404"/>
                    <a:pt x="49094" y="62404"/>
                  </a:cubicBezTo>
                  <a:cubicBezTo>
                    <a:pt x="54304" y="62404"/>
                    <a:pt x="59388" y="61379"/>
                    <a:pt x="63823" y="58713"/>
                  </a:cubicBezTo>
                  <a:cubicBezTo>
                    <a:pt x="71933" y="53858"/>
                    <a:pt x="76327" y="44202"/>
                    <a:pt x="76625" y="34735"/>
                  </a:cubicBezTo>
                  <a:cubicBezTo>
                    <a:pt x="76869" y="26680"/>
                    <a:pt x="74916" y="17919"/>
                    <a:pt x="69654" y="11517"/>
                  </a:cubicBezTo>
                  <a:cubicBezTo>
                    <a:pt x="63145" y="3543"/>
                    <a:pt x="52973" y="2241"/>
                    <a:pt x="43398" y="749"/>
                  </a:cubicBezTo>
                  <a:cubicBezTo>
                    <a:pt x="40434" y="272"/>
                    <a:pt x="37410" y="0"/>
                    <a:pt x="34392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48" name="Google Shape;1526;p49"/>
            <p:cNvGrpSpPr/>
            <p:nvPr/>
          </p:nvGrpSpPr>
          <p:grpSpPr>
            <a:xfrm>
              <a:off x="1098360" y="3087000"/>
              <a:ext cx="275760" cy="275760"/>
              <a:chOff x="1098360" y="3087000"/>
              <a:chExt cx="275760" cy="275760"/>
            </a:xfrm>
          </p:grpSpPr>
          <p:sp>
            <p:nvSpPr>
              <p:cNvPr id="449" name="Google Shape;1527;p49"/>
              <p:cNvSpPr/>
              <p:nvPr/>
            </p:nvSpPr>
            <p:spPr>
              <a:xfrm>
                <a:off x="1098360" y="3087000"/>
                <a:ext cx="275760" cy="275760"/>
              </a:xfrm>
              <a:custGeom>
                <a:avLst/>
                <a:gdLst>
                  <a:gd name="textAreaLeft" fmla="*/ 0 w 275760"/>
                  <a:gd name="textAreaRight" fmla="*/ 276120 w 275760"/>
                  <a:gd name="textAreaTop" fmla="*/ 0 h 275760"/>
                  <a:gd name="textAreaBottom" fmla="*/ 276120 h 275760"/>
                </a:gdLst>
                <a:ahLst/>
                <a:cxnLst/>
                <a:rect l="textAreaLeft" t="textAreaTop" r="textAreaRight" b="textAreaBottom"/>
                <a:pathLst>
                  <a:path w="6764" h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0" name="Google Shape;1528;p49"/>
              <p:cNvSpPr/>
              <p:nvPr/>
            </p:nvSpPr>
            <p:spPr>
              <a:xfrm>
                <a:off x="1162440" y="3152520"/>
                <a:ext cx="146880" cy="144000"/>
              </a:xfrm>
              <a:custGeom>
                <a:avLst/>
                <a:gdLst>
                  <a:gd name="textAreaLeft" fmla="*/ 0 w 146880"/>
                  <a:gd name="textAreaRight" fmla="*/ 147240 w 146880"/>
                  <a:gd name="textAreaTop" fmla="*/ 0 h 144000"/>
                  <a:gd name="textAreaBottom" fmla="*/ 144360 h 144000"/>
                </a:gdLst>
                <a:ahLst/>
                <a:cxnLst/>
                <a:rect l="textAreaLeft" t="textAreaTop" r="textAreaRight" b="textAreaBottom"/>
                <a:pathLst>
                  <a:path w="3607" h="3542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000" bIns="72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1" name="Google Shape;1529;p49"/>
              <p:cNvSpPr/>
              <p:nvPr/>
            </p:nvSpPr>
            <p:spPr>
              <a:xfrm>
                <a:off x="1292040" y="3122280"/>
                <a:ext cx="37440" cy="37080"/>
              </a:xfrm>
              <a:custGeom>
                <a:avLst/>
                <a:gdLst>
                  <a:gd name="textAreaLeft" fmla="*/ 0 w 37440"/>
                  <a:gd name="textAreaRight" fmla="*/ 37800 w 3744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929" h="918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720" bIns="18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52" name="Google Shape;1530;p49"/>
          <p:cNvGrpSpPr/>
          <p:nvPr/>
        </p:nvGrpSpPr>
        <p:grpSpPr>
          <a:xfrm>
            <a:off x="1801440" y="2990880"/>
            <a:ext cx="598320" cy="485640"/>
            <a:chOff x="1801440" y="2990880"/>
            <a:chExt cx="598320" cy="485640"/>
          </a:xfrm>
        </p:grpSpPr>
        <p:sp>
          <p:nvSpPr>
            <p:cNvPr id="453" name="Google Shape;1531;p49"/>
            <p:cNvSpPr/>
            <p:nvPr/>
          </p:nvSpPr>
          <p:spPr>
            <a:xfrm>
              <a:off x="1801440" y="2990880"/>
              <a:ext cx="598320" cy="485640"/>
            </a:xfrm>
            <a:custGeom>
              <a:avLst/>
              <a:gdLst>
                <a:gd name="textAreaLeft" fmla="*/ 0 w 598320"/>
                <a:gd name="textAreaRight" fmla="*/ 598680 w 598320"/>
                <a:gd name="textAreaTop" fmla="*/ 0 h 485640"/>
                <a:gd name="textAreaBottom" fmla="*/ 486000 h 485640"/>
              </a:gdLst>
              <a:ahLst/>
              <a:cxnLst/>
              <a:rect l="textAreaLeft" t="textAreaTop" r="textAreaRight" b="textAreaBottom"/>
              <a:pathLst>
                <a:path w="76870" h="62405">
                  <a:moveTo>
                    <a:pt x="34392" y="0"/>
                  </a:moveTo>
                  <a:cubicBezTo>
                    <a:pt x="29347" y="0"/>
                    <a:pt x="24322" y="761"/>
                    <a:pt x="19638" y="2594"/>
                  </a:cubicBezTo>
                  <a:cubicBezTo>
                    <a:pt x="12152" y="5523"/>
                    <a:pt x="5615" y="11409"/>
                    <a:pt x="3092" y="19085"/>
                  </a:cubicBezTo>
                  <a:cubicBezTo>
                    <a:pt x="0" y="28443"/>
                    <a:pt x="3472" y="39075"/>
                    <a:pt x="10090" y="46371"/>
                  </a:cubicBezTo>
                  <a:cubicBezTo>
                    <a:pt x="16681" y="53668"/>
                    <a:pt x="26039" y="57980"/>
                    <a:pt x="35532" y="60476"/>
                  </a:cubicBezTo>
                  <a:cubicBezTo>
                    <a:pt x="39916" y="61625"/>
                    <a:pt x="44552" y="62404"/>
                    <a:pt x="49094" y="62404"/>
                  </a:cubicBezTo>
                  <a:cubicBezTo>
                    <a:pt x="54304" y="62404"/>
                    <a:pt x="59388" y="61379"/>
                    <a:pt x="63823" y="58713"/>
                  </a:cubicBezTo>
                  <a:cubicBezTo>
                    <a:pt x="71933" y="53858"/>
                    <a:pt x="76327" y="44202"/>
                    <a:pt x="76625" y="34735"/>
                  </a:cubicBezTo>
                  <a:cubicBezTo>
                    <a:pt x="76869" y="26680"/>
                    <a:pt x="74916" y="17919"/>
                    <a:pt x="69654" y="11517"/>
                  </a:cubicBezTo>
                  <a:cubicBezTo>
                    <a:pt x="63145" y="3543"/>
                    <a:pt x="52973" y="2241"/>
                    <a:pt x="43398" y="749"/>
                  </a:cubicBezTo>
                  <a:cubicBezTo>
                    <a:pt x="40434" y="272"/>
                    <a:pt x="37410" y="0"/>
                    <a:pt x="34392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54" name="Google Shape;1532;p49"/>
            <p:cNvGrpSpPr/>
            <p:nvPr/>
          </p:nvGrpSpPr>
          <p:grpSpPr>
            <a:xfrm>
              <a:off x="1964160" y="3105720"/>
              <a:ext cx="266400" cy="237960"/>
              <a:chOff x="1964160" y="3105720"/>
              <a:chExt cx="266400" cy="237960"/>
            </a:xfrm>
          </p:grpSpPr>
          <p:sp>
            <p:nvSpPr>
              <p:cNvPr id="455" name="Google Shape;1533;p49"/>
              <p:cNvSpPr/>
              <p:nvPr/>
            </p:nvSpPr>
            <p:spPr>
              <a:xfrm>
                <a:off x="1973520" y="3189600"/>
                <a:ext cx="60840" cy="154080"/>
              </a:xfrm>
              <a:custGeom>
                <a:avLst/>
                <a:gdLst>
                  <a:gd name="textAreaLeft" fmla="*/ 0 w 60840"/>
                  <a:gd name="textAreaRight" fmla="*/ 61200 w 60840"/>
                  <a:gd name="textAreaTop" fmla="*/ 0 h 154080"/>
                  <a:gd name="textAreaBottom" fmla="*/ 154440 h 154080"/>
                </a:gdLst>
                <a:ahLst/>
                <a:cxnLst/>
                <a:rect l="textAreaLeft" t="textAreaTop" r="textAreaRight" b="textAreaBottom"/>
                <a:pathLst>
                  <a:path w="1502" h="3787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040" bIns="77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6" name="Google Shape;1534;p49"/>
              <p:cNvSpPr/>
              <p:nvPr/>
            </p:nvSpPr>
            <p:spPr>
              <a:xfrm>
                <a:off x="1964160" y="310572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728" h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7" name="Google Shape;1535;p49"/>
              <p:cNvSpPr/>
              <p:nvPr/>
            </p:nvSpPr>
            <p:spPr>
              <a:xfrm>
                <a:off x="2066760" y="3189600"/>
                <a:ext cx="163800" cy="154080"/>
              </a:xfrm>
              <a:custGeom>
                <a:avLst/>
                <a:gdLst>
                  <a:gd name="textAreaLeft" fmla="*/ 0 w 163800"/>
                  <a:gd name="textAreaRight" fmla="*/ 164160 w 163800"/>
                  <a:gd name="textAreaTop" fmla="*/ 0 h 154080"/>
                  <a:gd name="textAreaBottom" fmla="*/ 154440 h 154080"/>
                </a:gdLst>
                <a:ahLst/>
                <a:cxnLst/>
                <a:rect l="textAreaLeft" t="textAreaTop" r="textAreaRight" b="textAreaBottom"/>
                <a:pathLst>
                  <a:path w="4026" h="3787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040" bIns="77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58" name="Google Shape;1536;p49"/>
          <p:cNvGrpSpPr/>
          <p:nvPr/>
        </p:nvGrpSpPr>
        <p:grpSpPr>
          <a:xfrm>
            <a:off x="2672640" y="2990880"/>
            <a:ext cx="598320" cy="485640"/>
            <a:chOff x="2672640" y="2990880"/>
            <a:chExt cx="598320" cy="485640"/>
          </a:xfrm>
        </p:grpSpPr>
        <p:sp>
          <p:nvSpPr>
            <p:cNvPr id="459" name="Google Shape;1537;p49"/>
            <p:cNvSpPr/>
            <p:nvPr/>
          </p:nvSpPr>
          <p:spPr>
            <a:xfrm>
              <a:off x="2672640" y="2990880"/>
              <a:ext cx="598320" cy="485640"/>
            </a:xfrm>
            <a:custGeom>
              <a:avLst/>
              <a:gdLst>
                <a:gd name="textAreaLeft" fmla="*/ 0 w 598320"/>
                <a:gd name="textAreaRight" fmla="*/ 598680 w 598320"/>
                <a:gd name="textAreaTop" fmla="*/ 0 h 485640"/>
                <a:gd name="textAreaBottom" fmla="*/ 486000 h 485640"/>
              </a:gdLst>
              <a:ahLst/>
              <a:cxnLst/>
              <a:rect l="textAreaLeft" t="textAreaTop" r="textAreaRight" b="textAreaBottom"/>
              <a:pathLst>
                <a:path w="76870" h="62405">
                  <a:moveTo>
                    <a:pt x="34392" y="0"/>
                  </a:moveTo>
                  <a:cubicBezTo>
                    <a:pt x="29347" y="0"/>
                    <a:pt x="24322" y="761"/>
                    <a:pt x="19638" y="2594"/>
                  </a:cubicBezTo>
                  <a:cubicBezTo>
                    <a:pt x="12152" y="5523"/>
                    <a:pt x="5615" y="11409"/>
                    <a:pt x="3092" y="19085"/>
                  </a:cubicBezTo>
                  <a:cubicBezTo>
                    <a:pt x="0" y="28443"/>
                    <a:pt x="3472" y="39075"/>
                    <a:pt x="10090" y="46371"/>
                  </a:cubicBezTo>
                  <a:cubicBezTo>
                    <a:pt x="16681" y="53668"/>
                    <a:pt x="26039" y="57980"/>
                    <a:pt x="35532" y="60476"/>
                  </a:cubicBezTo>
                  <a:cubicBezTo>
                    <a:pt x="39916" y="61625"/>
                    <a:pt x="44552" y="62404"/>
                    <a:pt x="49094" y="62404"/>
                  </a:cubicBezTo>
                  <a:cubicBezTo>
                    <a:pt x="54304" y="62404"/>
                    <a:pt x="59388" y="61379"/>
                    <a:pt x="63823" y="58713"/>
                  </a:cubicBezTo>
                  <a:cubicBezTo>
                    <a:pt x="71933" y="53858"/>
                    <a:pt x="76327" y="44202"/>
                    <a:pt x="76625" y="34735"/>
                  </a:cubicBezTo>
                  <a:cubicBezTo>
                    <a:pt x="76869" y="26680"/>
                    <a:pt x="74916" y="17919"/>
                    <a:pt x="69654" y="11517"/>
                  </a:cubicBezTo>
                  <a:cubicBezTo>
                    <a:pt x="63145" y="3543"/>
                    <a:pt x="52973" y="2241"/>
                    <a:pt x="43398" y="749"/>
                  </a:cubicBezTo>
                  <a:cubicBezTo>
                    <a:pt x="40434" y="272"/>
                    <a:pt x="37410" y="0"/>
                    <a:pt x="34392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1538;p49"/>
            <p:cNvSpPr/>
            <p:nvPr/>
          </p:nvSpPr>
          <p:spPr>
            <a:xfrm>
              <a:off x="2828160" y="3105720"/>
              <a:ext cx="291240" cy="2376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7144" h="5835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61" name="Google Shape;1539;p49"/>
          <p:cNvCxnSpPr/>
          <p:nvPr/>
        </p:nvCxnSpPr>
        <p:spPr>
          <a:xfrm>
            <a:off x="963360" y="170784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  <p:grpSp>
        <p:nvGrpSpPr>
          <p:cNvPr id="462" name="Google Shape;1540;p49"/>
          <p:cNvGrpSpPr/>
          <p:nvPr/>
        </p:nvGrpSpPr>
        <p:grpSpPr>
          <a:xfrm>
            <a:off x="4750920" y="4722840"/>
            <a:ext cx="519480" cy="612000"/>
            <a:chOff x="4750920" y="4722840"/>
            <a:chExt cx="519480" cy="612000"/>
          </a:xfrm>
        </p:grpSpPr>
        <p:sp>
          <p:nvSpPr>
            <p:cNvPr id="463" name="Google Shape;1541;p49"/>
            <p:cNvSpPr/>
            <p:nvPr/>
          </p:nvSpPr>
          <p:spPr>
            <a:xfrm rot="14674800">
              <a:off x="4749480" y="48650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1542;p49"/>
            <p:cNvSpPr/>
            <p:nvPr/>
          </p:nvSpPr>
          <p:spPr>
            <a:xfrm rot="14674800">
              <a:off x="4758840" y="4873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65" name="Google Shape;1543;p49"/>
          <p:cNvSpPr/>
          <p:nvPr/>
        </p:nvSpPr>
        <p:spPr>
          <a:xfrm flipH="1">
            <a:off x="5750280" y="261000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fill="none" w="8726" h="8809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w="9525">
            <a:solidFill>
              <a:srgbClr val="1735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66" name="Google Shape;1544;p49"/>
          <p:cNvGrpSpPr/>
          <p:nvPr/>
        </p:nvGrpSpPr>
        <p:grpSpPr>
          <a:xfrm>
            <a:off x="4969080" y="1708200"/>
            <a:ext cx="3823200" cy="3066120"/>
            <a:chOff x="4969080" y="1708200"/>
            <a:chExt cx="3823200" cy="3066120"/>
          </a:xfrm>
        </p:grpSpPr>
        <p:sp>
          <p:nvSpPr>
            <p:cNvPr id="467" name="Google Shape;1545;p49"/>
            <p:cNvSpPr/>
            <p:nvPr/>
          </p:nvSpPr>
          <p:spPr>
            <a:xfrm>
              <a:off x="4969080" y="1708200"/>
              <a:ext cx="3497040" cy="2838960"/>
            </a:xfrm>
            <a:custGeom>
              <a:avLst/>
              <a:gdLst>
                <a:gd name="textAreaLeft" fmla="*/ 0 w 3497040"/>
                <a:gd name="textAreaRight" fmla="*/ 3497400 w 3497040"/>
                <a:gd name="textAreaTop" fmla="*/ 0 h 2838960"/>
                <a:gd name="textAreaBottom" fmla="*/ 2839320 h 2838960"/>
              </a:gdLst>
              <a:ahLst/>
              <a:cxnLst/>
              <a:rect l="textAreaLeft" t="textAreaTop" r="textAreaRight" b="textAreaBottom"/>
              <a:pathLst>
                <a:path w="76870" h="62405">
                  <a:moveTo>
                    <a:pt x="34392" y="0"/>
                  </a:moveTo>
                  <a:cubicBezTo>
                    <a:pt x="29347" y="0"/>
                    <a:pt x="24322" y="761"/>
                    <a:pt x="19638" y="2594"/>
                  </a:cubicBezTo>
                  <a:cubicBezTo>
                    <a:pt x="12152" y="5523"/>
                    <a:pt x="5615" y="11409"/>
                    <a:pt x="3092" y="19085"/>
                  </a:cubicBezTo>
                  <a:cubicBezTo>
                    <a:pt x="0" y="28443"/>
                    <a:pt x="3472" y="39075"/>
                    <a:pt x="10090" y="46371"/>
                  </a:cubicBezTo>
                  <a:cubicBezTo>
                    <a:pt x="16681" y="53668"/>
                    <a:pt x="26039" y="57980"/>
                    <a:pt x="35532" y="60476"/>
                  </a:cubicBezTo>
                  <a:cubicBezTo>
                    <a:pt x="39916" y="61625"/>
                    <a:pt x="44552" y="62404"/>
                    <a:pt x="49094" y="62404"/>
                  </a:cubicBezTo>
                  <a:cubicBezTo>
                    <a:pt x="54304" y="62404"/>
                    <a:pt x="59388" y="61379"/>
                    <a:pt x="63823" y="58713"/>
                  </a:cubicBezTo>
                  <a:cubicBezTo>
                    <a:pt x="71933" y="53858"/>
                    <a:pt x="76327" y="44202"/>
                    <a:pt x="76625" y="34735"/>
                  </a:cubicBezTo>
                  <a:cubicBezTo>
                    <a:pt x="76869" y="26680"/>
                    <a:pt x="74916" y="17919"/>
                    <a:pt x="69654" y="11517"/>
                  </a:cubicBezTo>
                  <a:cubicBezTo>
                    <a:pt x="63145" y="3543"/>
                    <a:pt x="52973" y="2241"/>
                    <a:pt x="43398" y="749"/>
                  </a:cubicBezTo>
                  <a:cubicBezTo>
                    <a:pt x="40434" y="272"/>
                    <a:pt x="37410" y="0"/>
                    <a:pt x="3439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68" name="Google Shape;1546;p49"/>
            <p:cNvGrpSpPr/>
            <p:nvPr/>
          </p:nvGrpSpPr>
          <p:grpSpPr>
            <a:xfrm>
              <a:off x="6543360" y="2312280"/>
              <a:ext cx="2248920" cy="2462040"/>
              <a:chOff x="6543360" y="2312280"/>
              <a:chExt cx="2248920" cy="2462040"/>
            </a:xfrm>
          </p:grpSpPr>
          <p:sp>
            <p:nvSpPr>
              <p:cNvPr id="469" name="Google Shape;1547;p49"/>
              <p:cNvSpPr/>
              <p:nvPr/>
            </p:nvSpPr>
            <p:spPr>
              <a:xfrm rot="8100000">
                <a:off x="7322040" y="2725920"/>
                <a:ext cx="735840" cy="744480"/>
              </a:xfrm>
              <a:custGeom>
                <a:avLst/>
                <a:gdLst>
                  <a:gd name="textAreaLeft" fmla="*/ 0 w 735840"/>
                  <a:gd name="textAreaRight" fmla="*/ 736200 w 735840"/>
                  <a:gd name="textAreaTop" fmla="*/ 0 h 744480"/>
                  <a:gd name="textAreaBottom" fmla="*/ 744840 h 744480"/>
                </a:gdLst>
                <a:ahLst/>
                <a:cxnLst/>
                <a:rect l="textAreaLeft" t="textAreaTop" r="textAreaRight" b="textAreaBottom"/>
                <a:pathLst>
                  <a:path w="28047" h="28372">
                    <a:moveTo>
                      <a:pt x="8680" y="0"/>
                    </a:moveTo>
                    <a:lnTo>
                      <a:pt x="0" y="2387"/>
                    </a:lnTo>
                    <a:cubicBezTo>
                      <a:pt x="10823" y="13752"/>
                      <a:pt x="20750" y="25008"/>
                      <a:pt x="20750" y="25008"/>
                    </a:cubicBezTo>
                    <a:cubicBezTo>
                      <a:pt x="23056" y="26392"/>
                      <a:pt x="26663" y="28372"/>
                      <a:pt x="26663" y="28372"/>
                    </a:cubicBezTo>
                    <a:lnTo>
                      <a:pt x="28046" y="23679"/>
                    </a:lnTo>
                    <a:lnTo>
                      <a:pt x="868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0" name="Google Shape;1548;p49"/>
              <p:cNvSpPr/>
              <p:nvPr/>
            </p:nvSpPr>
            <p:spPr>
              <a:xfrm rot="8100000">
                <a:off x="7129440" y="2501280"/>
                <a:ext cx="164160" cy="32868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328680"/>
                  <a:gd name="textAreaBottom" fmla="*/ 329040 h 328680"/>
                </a:gdLst>
                <a:ahLst/>
                <a:cxnLst/>
                <a:rect l="textAreaLeft" t="textAreaTop" r="textAreaRight" b="textAreaBottom"/>
                <a:pathLst>
                  <a:path w="6267" h="12535">
                    <a:moveTo>
                      <a:pt x="5161" y="0"/>
                    </a:moveTo>
                    <a:cubicBezTo>
                      <a:pt x="5020" y="0"/>
                      <a:pt x="4769" y="250"/>
                      <a:pt x="4666" y="328"/>
                    </a:cubicBezTo>
                    <a:cubicBezTo>
                      <a:pt x="3961" y="952"/>
                      <a:pt x="3310" y="1630"/>
                      <a:pt x="2740" y="2335"/>
                    </a:cubicBezTo>
                    <a:cubicBezTo>
                      <a:pt x="1574" y="3800"/>
                      <a:pt x="733" y="5481"/>
                      <a:pt x="272" y="7299"/>
                    </a:cubicBezTo>
                    <a:cubicBezTo>
                      <a:pt x="218" y="7516"/>
                      <a:pt x="163" y="7733"/>
                      <a:pt x="190" y="7977"/>
                    </a:cubicBezTo>
                    <a:cubicBezTo>
                      <a:pt x="218" y="8194"/>
                      <a:pt x="353" y="8438"/>
                      <a:pt x="570" y="8519"/>
                    </a:cubicBezTo>
                    <a:cubicBezTo>
                      <a:pt x="619" y="8533"/>
                      <a:pt x="672" y="8540"/>
                      <a:pt x="726" y="8540"/>
                    </a:cubicBezTo>
                    <a:cubicBezTo>
                      <a:pt x="881" y="8540"/>
                      <a:pt x="1046" y="8484"/>
                      <a:pt x="1167" y="8383"/>
                    </a:cubicBezTo>
                    <a:cubicBezTo>
                      <a:pt x="1214" y="8350"/>
                      <a:pt x="1254" y="8313"/>
                      <a:pt x="1290" y="8274"/>
                    </a:cubicBezTo>
                    <a:lnTo>
                      <a:pt x="1290" y="8274"/>
                    </a:lnTo>
                    <a:cubicBezTo>
                      <a:pt x="772" y="9135"/>
                      <a:pt x="394" y="10055"/>
                      <a:pt x="136" y="11014"/>
                    </a:cubicBezTo>
                    <a:cubicBezTo>
                      <a:pt x="55" y="11286"/>
                      <a:pt x="1" y="11530"/>
                      <a:pt x="28" y="11801"/>
                    </a:cubicBezTo>
                    <a:cubicBezTo>
                      <a:pt x="28" y="12045"/>
                      <a:pt x="163" y="12316"/>
                      <a:pt x="407" y="12452"/>
                    </a:cubicBezTo>
                    <a:cubicBezTo>
                      <a:pt x="491" y="12512"/>
                      <a:pt x="590" y="12535"/>
                      <a:pt x="696" y="12535"/>
                    </a:cubicBezTo>
                    <a:cubicBezTo>
                      <a:pt x="831" y="12535"/>
                      <a:pt x="976" y="12498"/>
                      <a:pt x="1113" y="12452"/>
                    </a:cubicBezTo>
                    <a:cubicBezTo>
                      <a:pt x="1303" y="12344"/>
                      <a:pt x="1520" y="12181"/>
                      <a:pt x="1682" y="11991"/>
                    </a:cubicBezTo>
                    <a:cubicBezTo>
                      <a:pt x="2519" y="11131"/>
                      <a:pt x="3117" y="10012"/>
                      <a:pt x="3407" y="8804"/>
                    </a:cubicBezTo>
                    <a:lnTo>
                      <a:pt x="3407" y="8804"/>
                    </a:lnTo>
                    <a:cubicBezTo>
                      <a:pt x="3330" y="9351"/>
                      <a:pt x="3332" y="9891"/>
                      <a:pt x="3391" y="10445"/>
                    </a:cubicBezTo>
                    <a:cubicBezTo>
                      <a:pt x="3418" y="10743"/>
                      <a:pt x="3472" y="11042"/>
                      <a:pt x="3689" y="11231"/>
                    </a:cubicBezTo>
                    <a:cubicBezTo>
                      <a:pt x="3799" y="11317"/>
                      <a:pt x="3931" y="11358"/>
                      <a:pt x="4068" y="11358"/>
                    </a:cubicBezTo>
                    <a:cubicBezTo>
                      <a:pt x="4235" y="11358"/>
                      <a:pt x="4408" y="11297"/>
                      <a:pt x="4557" y="11177"/>
                    </a:cubicBezTo>
                    <a:cubicBezTo>
                      <a:pt x="4829" y="10987"/>
                      <a:pt x="5019" y="10689"/>
                      <a:pt x="5154" y="10418"/>
                    </a:cubicBezTo>
                    <a:cubicBezTo>
                      <a:pt x="5914" y="8817"/>
                      <a:pt x="6266" y="7027"/>
                      <a:pt x="6239" y="5210"/>
                    </a:cubicBezTo>
                    <a:cubicBezTo>
                      <a:pt x="6185" y="4125"/>
                      <a:pt x="6049" y="3040"/>
                      <a:pt x="5859" y="1955"/>
                    </a:cubicBezTo>
                    <a:lnTo>
                      <a:pt x="5453" y="545"/>
                    </a:lnTo>
                    <a:cubicBezTo>
                      <a:pt x="5425" y="409"/>
                      <a:pt x="5344" y="29"/>
                      <a:pt x="5181" y="2"/>
                    </a:cubicBezTo>
                    <a:cubicBezTo>
                      <a:pt x="5175" y="1"/>
                      <a:pt x="5168" y="0"/>
                      <a:pt x="5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1" name="Google Shape;1549;p49"/>
              <p:cNvSpPr/>
              <p:nvPr/>
            </p:nvSpPr>
            <p:spPr>
              <a:xfrm rot="8100000">
                <a:off x="7174440" y="2558880"/>
                <a:ext cx="84240" cy="231120"/>
              </a:xfrm>
              <a:custGeom>
                <a:avLst/>
                <a:gdLst>
                  <a:gd name="textAreaLeft" fmla="*/ 0 w 84240"/>
                  <a:gd name="textAreaRight" fmla="*/ 84600 w 84240"/>
                  <a:gd name="textAreaTop" fmla="*/ 0 h 231120"/>
                  <a:gd name="textAreaBottom" fmla="*/ 231480 h 231120"/>
                </a:gdLst>
                <a:ahLst/>
                <a:cxnLst/>
                <a:rect l="textAreaLeft" t="textAreaTop" r="textAreaRight" b="textAreaBottom"/>
                <a:pathLst>
                  <a:path fill="none" w="3228" h="8816">
                    <a:moveTo>
                      <a:pt x="0" y="8815"/>
                    </a:moveTo>
                    <a:cubicBezTo>
                      <a:pt x="1194" y="5940"/>
                      <a:pt x="2306" y="2984"/>
                      <a:pt x="3228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2" name="Google Shape;1550;p49"/>
              <p:cNvSpPr/>
              <p:nvPr/>
            </p:nvSpPr>
            <p:spPr>
              <a:xfrm rot="8100000">
                <a:off x="7198560" y="2619000"/>
                <a:ext cx="100080" cy="14976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149760"/>
                  <a:gd name="textAreaBottom" fmla="*/ 150120 h 149760"/>
                </a:gdLst>
                <a:ahLst/>
                <a:cxnLst/>
                <a:rect l="textAreaLeft" t="textAreaTop" r="textAreaRight" b="textAreaBottom"/>
                <a:pathLst>
                  <a:path fill="none" w="3825" h="5724">
                    <a:moveTo>
                      <a:pt x="0" y="5724"/>
                    </a:moveTo>
                    <a:cubicBezTo>
                      <a:pt x="1275" y="3825"/>
                      <a:pt x="2550" y="1899"/>
                      <a:pt x="3825" y="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4880" bIns="74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3" name="Google Shape;1551;p49"/>
              <p:cNvSpPr/>
              <p:nvPr/>
            </p:nvSpPr>
            <p:spPr>
              <a:xfrm rot="8100000">
                <a:off x="7171920" y="2611800"/>
                <a:ext cx="33120" cy="188280"/>
              </a:xfrm>
              <a:custGeom>
                <a:avLst/>
                <a:gdLst>
                  <a:gd name="textAreaLeft" fmla="*/ 0 w 33120"/>
                  <a:gd name="textAreaRight" fmla="*/ 33480 w 33120"/>
                  <a:gd name="textAreaTop" fmla="*/ 0 h 188280"/>
                  <a:gd name="textAreaBottom" fmla="*/ 188640 h 188280"/>
                </a:gdLst>
                <a:ahLst/>
                <a:cxnLst/>
                <a:rect l="textAreaLeft" t="textAreaTop" r="textAreaRight" b="textAreaBottom"/>
                <a:pathLst>
                  <a:path fill="none" w="1276" h="7189">
                    <a:moveTo>
                      <a:pt x="1" y="7188"/>
                    </a:moveTo>
                    <a:cubicBezTo>
                      <a:pt x="679" y="4856"/>
                      <a:pt x="1086" y="2442"/>
                      <a:pt x="1276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4" name="Google Shape;1552;p49"/>
              <p:cNvSpPr/>
              <p:nvPr/>
            </p:nvSpPr>
            <p:spPr>
              <a:xfrm rot="8100000">
                <a:off x="7113600" y="2611440"/>
                <a:ext cx="113760" cy="27144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271440"/>
                  <a:gd name="textAreaBottom" fmla="*/ 271800 h 271440"/>
                </a:gdLst>
                <a:ahLst/>
                <a:cxnLst/>
                <a:rect l="textAreaLeft" t="textAreaTop" r="textAreaRight" b="textAreaBottom"/>
                <a:pathLst>
                  <a:path w="4340" h="10357">
                    <a:moveTo>
                      <a:pt x="1296" y="0"/>
                    </a:moveTo>
                    <a:cubicBezTo>
                      <a:pt x="1035" y="0"/>
                      <a:pt x="965" y="579"/>
                      <a:pt x="895" y="836"/>
                    </a:cubicBezTo>
                    <a:cubicBezTo>
                      <a:pt x="570" y="1704"/>
                      <a:pt x="380" y="2626"/>
                      <a:pt x="244" y="3548"/>
                    </a:cubicBezTo>
                    <a:cubicBezTo>
                      <a:pt x="81" y="4525"/>
                      <a:pt x="0" y="5583"/>
                      <a:pt x="27" y="6641"/>
                    </a:cubicBezTo>
                    <a:cubicBezTo>
                      <a:pt x="27" y="6912"/>
                      <a:pt x="109" y="7237"/>
                      <a:pt x="353" y="7373"/>
                    </a:cubicBezTo>
                    <a:cubicBezTo>
                      <a:pt x="429" y="7426"/>
                      <a:pt x="512" y="7450"/>
                      <a:pt x="594" y="7450"/>
                    </a:cubicBezTo>
                    <a:cubicBezTo>
                      <a:pt x="805" y="7450"/>
                      <a:pt x="1015" y="7297"/>
                      <a:pt x="1112" y="7102"/>
                    </a:cubicBezTo>
                    <a:cubicBezTo>
                      <a:pt x="1302" y="6830"/>
                      <a:pt x="1302" y="6505"/>
                      <a:pt x="1302" y="6207"/>
                    </a:cubicBezTo>
                    <a:cubicBezTo>
                      <a:pt x="1329" y="7454"/>
                      <a:pt x="1655" y="8702"/>
                      <a:pt x="2278" y="9787"/>
                    </a:cubicBezTo>
                    <a:cubicBezTo>
                      <a:pt x="2414" y="10058"/>
                      <a:pt x="2658" y="10357"/>
                      <a:pt x="2957" y="10357"/>
                    </a:cubicBezTo>
                    <a:cubicBezTo>
                      <a:pt x="3255" y="10357"/>
                      <a:pt x="3499" y="10085"/>
                      <a:pt x="3635" y="9814"/>
                    </a:cubicBezTo>
                    <a:cubicBezTo>
                      <a:pt x="4340" y="8566"/>
                      <a:pt x="4313" y="6993"/>
                      <a:pt x="4042" y="5610"/>
                    </a:cubicBezTo>
                    <a:cubicBezTo>
                      <a:pt x="3689" y="3982"/>
                      <a:pt x="3065" y="2436"/>
                      <a:pt x="2170" y="1080"/>
                    </a:cubicBezTo>
                    <a:cubicBezTo>
                      <a:pt x="1980" y="755"/>
                      <a:pt x="1736" y="266"/>
                      <a:pt x="1438" y="49"/>
                    </a:cubicBezTo>
                    <a:cubicBezTo>
                      <a:pt x="1385" y="16"/>
                      <a:pt x="1338" y="0"/>
                      <a:pt x="12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5" name="Google Shape;1553;p49"/>
              <p:cNvSpPr/>
              <p:nvPr/>
            </p:nvSpPr>
            <p:spPr>
              <a:xfrm rot="8100000">
                <a:off x="7150680" y="2690640"/>
                <a:ext cx="43200" cy="153360"/>
              </a:xfrm>
              <a:custGeom>
                <a:avLst/>
                <a:gdLst>
                  <a:gd name="textAreaLeft" fmla="*/ 0 w 43200"/>
                  <a:gd name="textAreaRight" fmla="*/ 43560 w 43200"/>
                  <a:gd name="textAreaTop" fmla="*/ 0 h 153360"/>
                  <a:gd name="textAreaBottom" fmla="*/ 153720 h 153360"/>
                </a:gdLst>
                <a:ahLst/>
                <a:cxnLst/>
                <a:rect l="textAreaLeft" t="textAreaTop" r="textAreaRight" b="textAreaBottom"/>
                <a:pathLst>
                  <a:path fill="none" w="1655" h="5860">
                    <a:moveTo>
                      <a:pt x="0" y="1"/>
                    </a:moveTo>
                    <a:cubicBezTo>
                      <a:pt x="543" y="1981"/>
                      <a:pt x="1085" y="3907"/>
                      <a:pt x="1655" y="586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6680" bIns="76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6" name="Google Shape;1554;p49"/>
              <p:cNvSpPr/>
              <p:nvPr/>
            </p:nvSpPr>
            <p:spPr>
              <a:xfrm rot="8100000">
                <a:off x="7209360" y="2686680"/>
                <a:ext cx="14760" cy="131400"/>
              </a:xfrm>
              <a:custGeom>
                <a:avLst/>
                <a:gdLst>
                  <a:gd name="textAreaLeft" fmla="*/ 0 w 14760"/>
                  <a:gd name="textAreaRight" fmla="*/ 15120 w 14760"/>
                  <a:gd name="textAreaTop" fmla="*/ 0 h 131400"/>
                  <a:gd name="textAreaBottom" fmla="*/ 131760 h 131400"/>
                </a:gdLst>
                <a:ahLst/>
                <a:cxnLst/>
                <a:rect l="textAreaLeft" t="textAreaTop" r="textAreaRight" b="textAreaBottom"/>
                <a:pathLst>
                  <a:path fill="none" w="571" h="5018">
                    <a:moveTo>
                      <a:pt x="1" y="5018"/>
                    </a:moveTo>
                    <a:cubicBezTo>
                      <a:pt x="191" y="3363"/>
                      <a:pt x="380" y="1682"/>
                      <a:pt x="570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880" bIns="65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7" name="Google Shape;1555;p49"/>
              <p:cNvSpPr/>
              <p:nvPr/>
            </p:nvSpPr>
            <p:spPr>
              <a:xfrm rot="8100000">
                <a:off x="7215120" y="2595600"/>
                <a:ext cx="201600" cy="163080"/>
              </a:xfrm>
              <a:custGeom>
                <a:avLst/>
                <a:gdLst>
                  <a:gd name="textAreaLeft" fmla="*/ 0 w 201600"/>
                  <a:gd name="textAreaRight" fmla="*/ 201960 w 201600"/>
                  <a:gd name="textAreaTop" fmla="*/ 0 h 163080"/>
                  <a:gd name="textAreaBottom" fmla="*/ 163440 h 163080"/>
                </a:gdLst>
                <a:ahLst/>
                <a:cxnLst/>
                <a:rect l="textAreaLeft" t="textAreaTop" r="textAreaRight" b="textAreaBottom"/>
                <a:pathLst>
                  <a:path w="7699" h="6227">
                    <a:moveTo>
                      <a:pt x="6900" y="0"/>
                    </a:moveTo>
                    <a:cubicBezTo>
                      <a:pt x="6422" y="0"/>
                      <a:pt x="5745" y="382"/>
                      <a:pt x="5420" y="504"/>
                    </a:cubicBezTo>
                    <a:cubicBezTo>
                      <a:pt x="3955" y="1046"/>
                      <a:pt x="2490" y="1643"/>
                      <a:pt x="1188" y="2457"/>
                    </a:cubicBezTo>
                    <a:cubicBezTo>
                      <a:pt x="863" y="2674"/>
                      <a:pt x="537" y="2918"/>
                      <a:pt x="402" y="3270"/>
                    </a:cubicBezTo>
                    <a:cubicBezTo>
                      <a:pt x="293" y="3514"/>
                      <a:pt x="320" y="3786"/>
                      <a:pt x="537" y="3948"/>
                    </a:cubicBezTo>
                    <a:cubicBezTo>
                      <a:pt x="651" y="4052"/>
                      <a:pt x="792" y="4092"/>
                      <a:pt x="941" y="4092"/>
                    </a:cubicBezTo>
                    <a:cubicBezTo>
                      <a:pt x="1184" y="4092"/>
                      <a:pt x="1448" y="3985"/>
                      <a:pt x="1649" y="3867"/>
                    </a:cubicBezTo>
                    <a:lnTo>
                      <a:pt x="1649" y="3867"/>
                    </a:lnTo>
                    <a:cubicBezTo>
                      <a:pt x="1107" y="4220"/>
                      <a:pt x="646" y="4735"/>
                      <a:pt x="266" y="5277"/>
                    </a:cubicBezTo>
                    <a:cubicBezTo>
                      <a:pt x="1" y="5687"/>
                      <a:pt x="336" y="6226"/>
                      <a:pt x="795" y="6226"/>
                    </a:cubicBezTo>
                    <a:cubicBezTo>
                      <a:pt x="852" y="6226"/>
                      <a:pt x="911" y="6218"/>
                      <a:pt x="971" y="6200"/>
                    </a:cubicBezTo>
                    <a:cubicBezTo>
                      <a:pt x="1921" y="5901"/>
                      <a:pt x="2762" y="5277"/>
                      <a:pt x="3304" y="4437"/>
                    </a:cubicBezTo>
                    <a:lnTo>
                      <a:pt x="3304" y="4437"/>
                    </a:lnTo>
                    <a:lnTo>
                      <a:pt x="3250" y="4952"/>
                    </a:lnTo>
                    <a:cubicBezTo>
                      <a:pt x="3185" y="5321"/>
                      <a:pt x="3502" y="5639"/>
                      <a:pt x="3854" y="5639"/>
                    </a:cubicBezTo>
                    <a:cubicBezTo>
                      <a:pt x="3942" y="5639"/>
                      <a:pt x="4031" y="5619"/>
                      <a:pt x="4118" y="5576"/>
                    </a:cubicBezTo>
                    <a:cubicBezTo>
                      <a:pt x="4253" y="5549"/>
                      <a:pt x="4362" y="5494"/>
                      <a:pt x="4470" y="5413"/>
                    </a:cubicBezTo>
                    <a:cubicBezTo>
                      <a:pt x="4877" y="5169"/>
                      <a:pt x="5176" y="4844"/>
                      <a:pt x="5447" y="4464"/>
                    </a:cubicBezTo>
                    <a:cubicBezTo>
                      <a:pt x="6016" y="3759"/>
                      <a:pt x="6477" y="2972"/>
                      <a:pt x="6830" y="2158"/>
                    </a:cubicBezTo>
                    <a:cubicBezTo>
                      <a:pt x="7047" y="1724"/>
                      <a:pt x="7698" y="612"/>
                      <a:pt x="7291" y="151"/>
                    </a:cubicBezTo>
                    <a:cubicBezTo>
                      <a:pt x="7196" y="43"/>
                      <a:pt x="7059" y="0"/>
                      <a:pt x="69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1720" bIns="81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8" name="Google Shape;1556;p49"/>
              <p:cNvSpPr/>
              <p:nvPr/>
            </p:nvSpPr>
            <p:spPr>
              <a:xfrm rot="8100000">
                <a:off x="7261560" y="2688840"/>
                <a:ext cx="67320" cy="8856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88560"/>
                  <a:gd name="textAreaBottom" fmla="*/ 88920 h 88560"/>
                </a:gdLst>
                <a:ahLst/>
                <a:cxnLst/>
                <a:rect l="textAreaLeft" t="textAreaTop" r="textAreaRight" b="textAreaBottom"/>
                <a:pathLst>
                  <a:path fill="none" w="2577" h="3392">
                    <a:moveTo>
                      <a:pt x="2577" y="1"/>
                    </a:moveTo>
                    <a:cubicBezTo>
                      <a:pt x="1790" y="1167"/>
                      <a:pt x="949" y="2333"/>
                      <a:pt x="0" y="339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9" name="Google Shape;1557;p49"/>
              <p:cNvSpPr/>
              <p:nvPr/>
            </p:nvSpPr>
            <p:spPr>
              <a:xfrm rot="8100000">
                <a:off x="7248600" y="2634120"/>
                <a:ext cx="131400" cy="117720"/>
              </a:xfrm>
              <a:custGeom>
                <a:avLst/>
                <a:gdLst>
                  <a:gd name="textAreaLeft" fmla="*/ 0 w 131400"/>
                  <a:gd name="textAreaRight" fmla="*/ 131760 w 131400"/>
                  <a:gd name="textAreaTop" fmla="*/ 0 h 117720"/>
                  <a:gd name="textAreaBottom" fmla="*/ 118080 h 117720"/>
                </a:gdLst>
                <a:ahLst/>
                <a:cxnLst/>
                <a:rect l="textAreaLeft" t="textAreaTop" r="textAreaRight" b="textAreaBottom"/>
                <a:pathLst>
                  <a:path fill="none" w="5019" h="4504">
                    <a:moveTo>
                      <a:pt x="5018" y="1"/>
                    </a:moveTo>
                    <a:cubicBezTo>
                      <a:pt x="3445" y="1574"/>
                      <a:pt x="1763" y="3120"/>
                      <a:pt x="0" y="4503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9040" bIns="59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0" name="Google Shape;1558;p49"/>
              <p:cNvSpPr/>
              <p:nvPr/>
            </p:nvSpPr>
            <p:spPr>
              <a:xfrm rot="8100000">
                <a:off x="7270920" y="2669040"/>
                <a:ext cx="127800" cy="77400"/>
              </a:xfrm>
              <a:custGeom>
                <a:avLst/>
                <a:gdLst>
                  <a:gd name="textAreaLeft" fmla="*/ 0 w 127800"/>
                  <a:gd name="textAreaRight" fmla="*/ 128160 w 1278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fill="none" w="4884" h="2958">
                    <a:moveTo>
                      <a:pt x="4883" y="1"/>
                    </a:moveTo>
                    <a:cubicBezTo>
                      <a:pt x="3337" y="1167"/>
                      <a:pt x="1682" y="2143"/>
                      <a:pt x="1" y="2957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1" name="Google Shape;1559;p49"/>
              <p:cNvSpPr/>
              <p:nvPr/>
            </p:nvSpPr>
            <p:spPr>
              <a:xfrm rot="8100000">
                <a:off x="7280280" y="2749680"/>
                <a:ext cx="263880" cy="497520"/>
              </a:xfrm>
              <a:custGeom>
                <a:avLst/>
                <a:gdLst>
                  <a:gd name="textAreaLeft" fmla="*/ 0 w 263880"/>
                  <a:gd name="textAreaRight" fmla="*/ 264240 w 263880"/>
                  <a:gd name="textAreaTop" fmla="*/ 0 h 497520"/>
                  <a:gd name="textAreaBottom" fmla="*/ 497880 h 497520"/>
                </a:gdLst>
                <a:ahLst/>
                <a:cxnLst/>
                <a:rect l="textAreaLeft" t="textAreaTop" r="textAreaRight" b="textAreaBottom"/>
                <a:pathLst>
                  <a:path w="10064" h="18970">
                    <a:moveTo>
                      <a:pt x="8525" y="1"/>
                    </a:moveTo>
                    <a:cubicBezTo>
                      <a:pt x="7718" y="1"/>
                      <a:pt x="7084" y="720"/>
                      <a:pt x="6646" y="1390"/>
                    </a:cubicBezTo>
                    <a:cubicBezTo>
                      <a:pt x="4503" y="4564"/>
                      <a:pt x="2685" y="7981"/>
                      <a:pt x="1275" y="11507"/>
                    </a:cubicBezTo>
                    <a:cubicBezTo>
                      <a:pt x="570" y="13271"/>
                      <a:pt x="0" y="15278"/>
                      <a:pt x="814" y="16959"/>
                    </a:cubicBezTo>
                    <a:cubicBezTo>
                      <a:pt x="1356" y="18044"/>
                      <a:pt x="2441" y="18804"/>
                      <a:pt x="3635" y="18939"/>
                    </a:cubicBezTo>
                    <a:cubicBezTo>
                      <a:pt x="3812" y="18960"/>
                      <a:pt x="3982" y="18970"/>
                      <a:pt x="4143" y="18970"/>
                    </a:cubicBezTo>
                    <a:cubicBezTo>
                      <a:pt x="7194" y="18970"/>
                      <a:pt x="7518" y="15448"/>
                      <a:pt x="8110" y="13026"/>
                    </a:cubicBezTo>
                    <a:cubicBezTo>
                      <a:pt x="8924" y="9772"/>
                      <a:pt x="9521" y="6435"/>
                      <a:pt x="9928" y="3072"/>
                    </a:cubicBezTo>
                    <a:cubicBezTo>
                      <a:pt x="10009" y="2448"/>
                      <a:pt x="10063" y="1824"/>
                      <a:pt x="9900" y="1228"/>
                    </a:cubicBezTo>
                    <a:cubicBezTo>
                      <a:pt x="9738" y="658"/>
                      <a:pt x="9249" y="88"/>
                      <a:pt x="8653" y="7"/>
                    </a:cubicBezTo>
                    <a:cubicBezTo>
                      <a:pt x="8610" y="3"/>
                      <a:pt x="8567" y="1"/>
                      <a:pt x="8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2" name="Google Shape;1560;p49"/>
              <p:cNvSpPr/>
              <p:nvPr/>
            </p:nvSpPr>
            <p:spPr>
              <a:xfrm rot="8100000">
                <a:off x="7259040" y="2907360"/>
                <a:ext cx="20880" cy="3960"/>
              </a:xfrm>
              <a:custGeom>
                <a:avLst/>
                <a:gdLst>
                  <a:gd name="textAreaLeft" fmla="*/ 0 w 20880"/>
                  <a:gd name="textAreaRight" fmla="*/ 21240 w 20880"/>
                  <a:gd name="textAreaTop" fmla="*/ 0 h 3960"/>
                  <a:gd name="textAreaBottom" fmla="*/ 4320 h 3960"/>
                </a:gdLst>
                <a:ahLst/>
                <a:cxnLst/>
                <a:rect l="textAreaLeft" t="textAreaTop" r="textAreaRight" b="textAreaBottom"/>
                <a:pathLst>
                  <a:path fill="none" w="815" h="164">
                    <a:moveTo>
                      <a:pt x="815" y="82"/>
                    </a:moveTo>
                    <a:cubicBezTo>
                      <a:pt x="543" y="163"/>
                      <a:pt x="272" y="136"/>
                      <a:pt x="1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160" bIns="2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3" name="Google Shape;1561;p49"/>
              <p:cNvSpPr/>
              <p:nvPr/>
            </p:nvSpPr>
            <p:spPr>
              <a:xfrm rot="8100000">
                <a:off x="7292160" y="2852640"/>
                <a:ext cx="86400" cy="3456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fill="none" w="3310" h="1330">
                    <a:moveTo>
                      <a:pt x="3309" y="1330"/>
                    </a:moveTo>
                    <a:cubicBezTo>
                      <a:pt x="2116" y="1167"/>
                      <a:pt x="977" y="679"/>
                      <a:pt x="0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280" bIns="17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4" name="Google Shape;1562;p49"/>
              <p:cNvSpPr/>
              <p:nvPr/>
            </p:nvSpPr>
            <p:spPr>
              <a:xfrm rot="8100000">
                <a:off x="7263360" y="2831400"/>
                <a:ext cx="77400" cy="244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24480"/>
                  <a:gd name="textAreaBottom" fmla="*/ 24840 h 24480"/>
                </a:gdLst>
                <a:ahLst/>
                <a:cxnLst/>
                <a:rect l="textAreaLeft" t="textAreaTop" r="textAreaRight" b="textAreaBottom"/>
                <a:pathLst>
                  <a:path fill="none" w="2958" h="950">
                    <a:moveTo>
                      <a:pt x="2957" y="787"/>
                    </a:moveTo>
                    <a:cubicBezTo>
                      <a:pt x="1954" y="950"/>
                      <a:pt x="815" y="652"/>
                      <a:pt x="1" y="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2240" bIns="12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5" name="Google Shape;1563;p49"/>
              <p:cNvSpPr/>
              <p:nvPr/>
            </p:nvSpPr>
            <p:spPr>
              <a:xfrm rot="8100000">
                <a:off x="7357320" y="2811600"/>
                <a:ext cx="18000" cy="12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fill="none" w="706" h="490">
                    <a:moveTo>
                      <a:pt x="705" y="489"/>
                    </a:moveTo>
                    <a:cubicBezTo>
                      <a:pt x="461" y="326"/>
                      <a:pt x="217" y="191"/>
                      <a:pt x="0" y="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80" bIns="6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6" name="Google Shape;1564;p49"/>
              <p:cNvSpPr/>
              <p:nvPr/>
            </p:nvSpPr>
            <p:spPr>
              <a:xfrm rot="8100000">
                <a:off x="7291440" y="2922480"/>
                <a:ext cx="45360" cy="1260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fill="none" w="1737" h="489">
                    <a:moveTo>
                      <a:pt x="1737" y="489"/>
                    </a:moveTo>
                    <a:cubicBezTo>
                      <a:pt x="1140" y="435"/>
                      <a:pt x="543" y="272"/>
                      <a:pt x="1" y="1"/>
                    </a:cubicBezTo>
                  </a:path>
                </a:pathLst>
              </a:custGeom>
              <a:solidFill>
                <a:schemeClr val="dk1"/>
              </a:solidFill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80" bIns="6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7" name="Google Shape;1565;p49"/>
              <p:cNvSpPr/>
              <p:nvPr/>
            </p:nvSpPr>
            <p:spPr>
              <a:xfrm rot="8100000">
                <a:off x="7361640" y="2877840"/>
                <a:ext cx="52200" cy="2952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fill="none" w="2008" h="1140">
                    <a:moveTo>
                      <a:pt x="2008" y="1140"/>
                    </a:moveTo>
                    <a:cubicBezTo>
                      <a:pt x="1248" y="977"/>
                      <a:pt x="516" y="570"/>
                      <a:pt x="1" y="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8" name="Google Shape;1566;p49"/>
              <p:cNvSpPr/>
              <p:nvPr/>
            </p:nvSpPr>
            <p:spPr>
              <a:xfrm rot="8100000">
                <a:off x="7306920" y="2976120"/>
                <a:ext cx="31680" cy="4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4680"/>
                  <a:gd name="textAreaBottom" fmla="*/ 5040 h 4680"/>
                </a:gdLst>
                <a:ahLst/>
                <a:cxnLst/>
                <a:rect l="textAreaLeft" t="textAreaTop" r="textAreaRight" b="textAreaBottom"/>
                <a:pathLst>
                  <a:path fill="none" w="1222" h="191">
                    <a:moveTo>
                      <a:pt x="1221" y="55"/>
                    </a:moveTo>
                    <a:cubicBezTo>
                      <a:pt x="815" y="190"/>
                      <a:pt x="381" y="136"/>
                      <a:pt x="1" y="0"/>
                    </a:cubicBezTo>
                  </a:path>
                </a:pathLst>
              </a:custGeom>
              <a:solidFill>
                <a:schemeClr val="dk1"/>
              </a:solidFill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20" bIns="2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9" name="Google Shape;1567;p49"/>
              <p:cNvSpPr/>
              <p:nvPr/>
            </p:nvSpPr>
            <p:spPr>
              <a:xfrm rot="8100000">
                <a:off x="7382160" y="2929320"/>
                <a:ext cx="56520" cy="24480"/>
              </a:xfrm>
              <a:custGeom>
                <a:avLst/>
                <a:gdLst>
                  <a:gd name="textAreaLeft" fmla="*/ 0 w 56520"/>
                  <a:gd name="textAreaRight" fmla="*/ 56880 w 56520"/>
                  <a:gd name="textAreaTop" fmla="*/ 0 h 24480"/>
                  <a:gd name="textAreaBottom" fmla="*/ 24840 h 24480"/>
                </a:gdLst>
                <a:ahLst/>
                <a:cxnLst/>
                <a:rect l="textAreaLeft" t="textAreaTop" r="textAreaRight" b="textAreaBottom"/>
                <a:pathLst>
                  <a:path fill="none" w="2171" h="950">
                    <a:moveTo>
                      <a:pt x="2170" y="950"/>
                    </a:moveTo>
                    <a:cubicBezTo>
                      <a:pt x="1492" y="787"/>
                      <a:pt x="814" y="543"/>
                      <a:pt x="217" y="217"/>
                    </a:cubicBezTo>
                    <a:lnTo>
                      <a:pt x="0" y="0"/>
                    </a:ln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2240" bIns="12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0" name="Google Shape;1568;p49"/>
              <p:cNvSpPr/>
              <p:nvPr/>
            </p:nvSpPr>
            <p:spPr>
              <a:xfrm rot="8100000">
                <a:off x="7362000" y="2922840"/>
                <a:ext cx="23760" cy="6120"/>
              </a:xfrm>
              <a:custGeom>
                <a:avLst/>
                <a:gdLst>
                  <a:gd name="textAreaLeft" fmla="*/ 0 w 23760"/>
                  <a:gd name="textAreaRight" fmla="*/ 24120 w 23760"/>
                  <a:gd name="textAreaTop" fmla="*/ 0 h 6120"/>
                  <a:gd name="textAreaBottom" fmla="*/ 6480 h 6120"/>
                </a:gdLst>
                <a:ahLst/>
                <a:cxnLst/>
                <a:rect l="textAreaLeft" t="textAreaTop" r="textAreaRight" b="textAreaBottom"/>
                <a:pathLst>
                  <a:path fill="none" w="924" h="245">
                    <a:moveTo>
                      <a:pt x="923" y="244"/>
                    </a:moveTo>
                    <a:cubicBezTo>
                      <a:pt x="598" y="244"/>
                      <a:pt x="272" y="190"/>
                      <a:pt x="1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40" bIns="3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1" name="Google Shape;1569;p49"/>
              <p:cNvSpPr/>
              <p:nvPr/>
            </p:nvSpPr>
            <p:spPr>
              <a:xfrm rot="8100000">
                <a:off x="7347240" y="3019680"/>
                <a:ext cx="28800" cy="4680"/>
              </a:xfrm>
              <a:custGeom>
                <a:avLst/>
                <a:gdLst>
                  <a:gd name="textAreaLeft" fmla="*/ 0 w 28800"/>
                  <a:gd name="textAreaRight" fmla="*/ 29160 w 28800"/>
                  <a:gd name="textAreaTop" fmla="*/ 0 h 4680"/>
                  <a:gd name="textAreaBottom" fmla="*/ 5040 h 4680"/>
                </a:gdLst>
                <a:ahLst/>
                <a:cxnLst/>
                <a:rect l="textAreaLeft" t="textAreaTop" r="textAreaRight" b="textAreaBottom"/>
                <a:pathLst>
                  <a:path fill="none" w="1113" h="191">
                    <a:moveTo>
                      <a:pt x="1113" y="190"/>
                    </a:moveTo>
                    <a:cubicBezTo>
                      <a:pt x="733" y="190"/>
                      <a:pt x="326" y="136"/>
                      <a:pt x="1" y="0"/>
                    </a:cubicBezTo>
                  </a:path>
                </a:pathLst>
              </a:custGeom>
              <a:solidFill>
                <a:schemeClr val="dk1"/>
              </a:solidFill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20" bIns="2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2" name="Google Shape;1570;p49"/>
              <p:cNvSpPr/>
              <p:nvPr/>
            </p:nvSpPr>
            <p:spPr>
              <a:xfrm rot="8100000">
                <a:off x="7399440" y="2975760"/>
                <a:ext cx="51120" cy="2016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fill="none" w="1954" h="788">
                    <a:moveTo>
                      <a:pt x="1953" y="787"/>
                    </a:moveTo>
                    <a:cubicBezTo>
                      <a:pt x="1275" y="651"/>
                      <a:pt x="597" y="380"/>
                      <a:pt x="1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080" bIns="10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3" name="Google Shape;1571;p49"/>
              <p:cNvSpPr/>
              <p:nvPr/>
            </p:nvSpPr>
            <p:spPr>
              <a:xfrm rot="8100000">
                <a:off x="7347240" y="3029760"/>
                <a:ext cx="99360" cy="23760"/>
              </a:xfrm>
              <a:custGeom>
                <a:avLst/>
                <a:gdLst>
                  <a:gd name="textAreaLeft" fmla="*/ 0 w 99360"/>
                  <a:gd name="textAreaRight" fmla="*/ 99720 w 99360"/>
                  <a:gd name="textAreaTop" fmla="*/ 0 h 23760"/>
                  <a:gd name="textAreaBottom" fmla="*/ 24120 h 23760"/>
                </a:gdLst>
                <a:ahLst/>
                <a:cxnLst/>
                <a:rect l="textAreaLeft" t="textAreaTop" r="textAreaRight" b="textAreaBottom"/>
                <a:pathLst>
                  <a:path fill="none" w="3799" h="923">
                    <a:moveTo>
                      <a:pt x="3798" y="896"/>
                    </a:moveTo>
                    <a:cubicBezTo>
                      <a:pt x="2469" y="923"/>
                      <a:pt x="1167" y="625"/>
                      <a:pt x="1" y="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1880" bIns="11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4" name="Google Shape;1572;p49"/>
              <p:cNvSpPr/>
              <p:nvPr/>
            </p:nvSpPr>
            <p:spPr>
              <a:xfrm rot="8100000">
                <a:off x="7455240" y="3007080"/>
                <a:ext cx="16560" cy="9000"/>
              </a:xfrm>
              <a:custGeom>
                <a:avLst/>
                <a:gdLst>
                  <a:gd name="textAreaLeft" fmla="*/ 0 w 16560"/>
                  <a:gd name="textAreaRight" fmla="*/ 16920 w 1656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fill="none" w="651" h="354">
                    <a:moveTo>
                      <a:pt x="651" y="353"/>
                    </a:moveTo>
                    <a:cubicBezTo>
                      <a:pt x="407" y="353"/>
                      <a:pt x="136" y="218"/>
                      <a:pt x="0" y="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80" bIns="4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5" name="Google Shape;1573;p49"/>
              <p:cNvSpPr/>
              <p:nvPr/>
            </p:nvSpPr>
            <p:spPr>
              <a:xfrm rot="8100000">
                <a:off x="7408440" y="3060000"/>
                <a:ext cx="18720" cy="396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3960"/>
                  <a:gd name="textAreaBottom" fmla="*/ 4320 h 3960"/>
                </a:gdLst>
                <a:ahLst/>
                <a:cxnLst/>
                <a:rect l="textAreaLeft" t="textAreaTop" r="textAreaRight" b="textAreaBottom"/>
                <a:pathLst>
                  <a:path fill="none" w="733" h="164">
                    <a:moveTo>
                      <a:pt x="733" y="136"/>
                    </a:moveTo>
                    <a:cubicBezTo>
                      <a:pt x="516" y="163"/>
                      <a:pt x="245" y="109"/>
                      <a:pt x="1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160" bIns="2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6" name="Google Shape;1574;p49"/>
              <p:cNvSpPr/>
              <p:nvPr/>
            </p:nvSpPr>
            <p:spPr>
              <a:xfrm rot="8100000">
                <a:off x="7451280" y="3031560"/>
                <a:ext cx="34560" cy="1800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18000"/>
                  <a:gd name="textAreaBottom" fmla="*/ 18360 h 18000"/>
                </a:gdLst>
                <a:ahLst/>
                <a:cxnLst/>
                <a:rect l="textAreaLeft" t="textAreaTop" r="textAreaRight" b="textAreaBottom"/>
                <a:pathLst>
                  <a:path fill="none" w="1330" h="706">
                    <a:moveTo>
                      <a:pt x="1329" y="706"/>
                    </a:moveTo>
                    <a:cubicBezTo>
                      <a:pt x="868" y="543"/>
                      <a:pt x="407" y="299"/>
                      <a:pt x="0" y="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000" bIns="9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7" name="Google Shape;1575;p49"/>
              <p:cNvSpPr/>
              <p:nvPr/>
            </p:nvSpPr>
            <p:spPr>
              <a:xfrm rot="8100000">
                <a:off x="7395840" y="3078000"/>
                <a:ext cx="91440" cy="30240"/>
              </a:xfrm>
              <a:custGeom>
                <a:avLst/>
                <a:gdLst>
                  <a:gd name="textAreaLeft" fmla="*/ 0 w 91440"/>
                  <a:gd name="textAreaRight" fmla="*/ 91800 w 91440"/>
                  <a:gd name="textAreaTop" fmla="*/ 0 h 30240"/>
                  <a:gd name="textAreaBottom" fmla="*/ 30600 h 30240"/>
                </a:gdLst>
                <a:ahLst/>
                <a:cxnLst/>
                <a:rect l="textAreaLeft" t="textAreaTop" r="textAreaRight" b="textAreaBottom"/>
                <a:pathLst>
                  <a:path fill="none" w="3500" h="1167">
                    <a:moveTo>
                      <a:pt x="3499" y="1167"/>
                    </a:moveTo>
                    <a:cubicBezTo>
                      <a:pt x="2279" y="1031"/>
                      <a:pt x="1085" y="624"/>
                      <a:pt x="0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5120" bIns="15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8" name="Google Shape;1576;p49"/>
              <p:cNvSpPr/>
              <p:nvPr/>
            </p:nvSpPr>
            <p:spPr>
              <a:xfrm rot="8100000">
                <a:off x="7428960" y="3119040"/>
                <a:ext cx="74520" cy="31680"/>
              </a:xfrm>
              <a:custGeom>
                <a:avLst/>
                <a:gdLst>
                  <a:gd name="textAreaLeft" fmla="*/ 0 w 74520"/>
                  <a:gd name="textAreaRight" fmla="*/ 74880 w 7452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fill="none" w="2849" h="1221">
                    <a:moveTo>
                      <a:pt x="2849" y="1221"/>
                    </a:moveTo>
                    <a:cubicBezTo>
                      <a:pt x="1791" y="1085"/>
                      <a:pt x="815" y="651"/>
                      <a:pt x="1" y="0"/>
                    </a:cubicBezTo>
                  </a:path>
                </a:pathLst>
              </a:custGeom>
              <a:noFill/>
              <a:ln cap="rnd" w="8125">
                <a:solidFill>
                  <a:srgbClr val="21300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5840" bIns="15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9" name="Google Shape;1577;p49"/>
              <p:cNvSpPr/>
              <p:nvPr/>
            </p:nvSpPr>
            <p:spPr>
              <a:xfrm rot="8100000">
                <a:off x="7459560" y="3158280"/>
                <a:ext cx="24480" cy="612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6120"/>
                  <a:gd name="textAreaBottom" fmla="*/ 6480 h 6120"/>
                </a:gdLst>
                <a:ahLst/>
                <a:cxnLst/>
                <a:rect l="textAreaLeft" t="textAreaTop" r="textAreaRight" b="textAreaBottom"/>
                <a:pathLst>
                  <a:path fill="none" w="951" h="245">
                    <a:moveTo>
                      <a:pt x="950" y="244"/>
                    </a:moveTo>
                    <a:cubicBezTo>
                      <a:pt x="625" y="244"/>
                      <a:pt x="272" y="163"/>
                      <a:pt x="1" y="0"/>
                    </a:cubicBezTo>
                  </a:path>
                </a:pathLst>
              </a:custGeom>
              <a:noFill/>
              <a:ln cap="rnd" w="8125">
                <a:solidFill>
                  <a:srgbClr val="21300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40" bIns="3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0" name="Google Shape;1578;p49"/>
              <p:cNvSpPr/>
              <p:nvPr/>
            </p:nvSpPr>
            <p:spPr>
              <a:xfrm rot="8100000">
                <a:off x="7492320" y="3143160"/>
                <a:ext cx="17640" cy="11160"/>
              </a:xfrm>
              <a:custGeom>
                <a:avLst/>
                <a:gdLst>
                  <a:gd name="textAreaLeft" fmla="*/ 0 w 17640"/>
                  <a:gd name="textAreaRight" fmla="*/ 18000 w 17640"/>
                  <a:gd name="textAreaTop" fmla="*/ 0 h 11160"/>
                  <a:gd name="textAreaBottom" fmla="*/ 11520 h 11160"/>
                </a:gdLst>
                <a:ahLst/>
                <a:cxnLst/>
                <a:rect l="textAreaLeft" t="textAreaTop" r="textAreaRight" b="textAreaBottom"/>
                <a:pathLst>
                  <a:path fill="none" w="679" h="435">
                    <a:moveTo>
                      <a:pt x="678" y="435"/>
                    </a:moveTo>
                    <a:cubicBezTo>
                      <a:pt x="407" y="326"/>
                      <a:pt x="163" y="218"/>
                      <a:pt x="0" y="1"/>
                    </a:cubicBezTo>
                  </a:path>
                </a:pathLst>
              </a:custGeom>
              <a:noFill/>
              <a:ln cap="rnd" w="8125">
                <a:solidFill>
                  <a:srgbClr val="21300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" bIns="5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1" name="Google Shape;1579;p49"/>
              <p:cNvSpPr/>
              <p:nvPr/>
            </p:nvSpPr>
            <p:spPr>
              <a:xfrm rot="8100000">
                <a:off x="7466400" y="3175200"/>
                <a:ext cx="55800" cy="23040"/>
              </a:xfrm>
              <a:custGeom>
                <a:avLst/>
                <a:gdLst>
                  <a:gd name="textAreaLeft" fmla="*/ 0 w 55800"/>
                  <a:gd name="textAreaRight" fmla="*/ 56160 w 5580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fill="none" w="2144" h="896">
                    <a:moveTo>
                      <a:pt x="2143" y="895"/>
                    </a:moveTo>
                    <a:cubicBezTo>
                      <a:pt x="1357" y="787"/>
                      <a:pt x="624" y="488"/>
                      <a:pt x="0" y="0"/>
                    </a:cubicBezTo>
                  </a:path>
                </a:pathLst>
              </a:custGeom>
              <a:noFill/>
              <a:ln cap="rnd" w="8125">
                <a:solidFill>
                  <a:srgbClr val="21300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1520" bIns="11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2" name="Google Shape;1580;p49"/>
              <p:cNvSpPr/>
              <p:nvPr/>
            </p:nvSpPr>
            <p:spPr>
              <a:xfrm rot="8100000">
                <a:off x="7284240" y="2865960"/>
                <a:ext cx="75960" cy="2048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204840"/>
                  <a:gd name="textAreaBottom" fmla="*/ 205200 h 204840"/>
                </a:gdLst>
                <a:ahLst/>
                <a:cxnLst/>
                <a:rect l="textAreaLeft" t="textAreaTop" r="textAreaRight" b="textAreaBottom"/>
                <a:pathLst>
                  <a:path w="2904" h="7811">
                    <a:moveTo>
                      <a:pt x="2276" y="0"/>
                    </a:moveTo>
                    <a:cubicBezTo>
                      <a:pt x="2071" y="0"/>
                      <a:pt x="1875" y="118"/>
                      <a:pt x="1737" y="256"/>
                    </a:cubicBezTo>
                    <a:cubicBezTo>
                      <a:pt x="1574" y="446"/>
                      <a:pt x="1493" y="690"/>
                      <a:pt x="1439" y="907"/>
                    </a:cubicBezTo>
                    <a:cubicBezTo>
                      <a:pt x="1086" y="1938"/>
                      <a:pt x="815" y="3050"/>
                      <a:pt x="598" y="4081"/>
                    </a:cubicBezTo>
                    <a:cubicBezTo>
                      <a:pt x="489" y="4623"/>
                      <a:pt x="381" y="5166"/>
                      <a:pt x="272" y="5762"/>
                    </a:cubicBezTo>
                    <a:cubicBezTo>
                      <a:pt x="218" y="6224"/>
                      <a:pt x="1" y="6875"/>
                      <a:pt x="82" y="7336"/>
                    </a:cubicBezTo>
                    <a:cubicBezTo>
                      <a:pt x="109" y="7675"/>
                      <a:pt x="340" y="7810"/>
                      <a:pt x="604" y="7810"/>
                    </a:cubicBezTo>
                    <a:cubicBezTo>
                      <a:pt x="869" y="7810"/>
                      <a:pt x="1167" y="7675"/>
                      <a:pt x="1330" y="7471"/>
                    </a:cubicBezTo>
                    <a:cubicBezTo>
                      <a:pt x="1601" y="7173"/>
                      <a:pt x="1710" y="6603"/>
                      <a:pt x="1845" y="6224"/>
                    </a:cubicBezTo>
                    <a:cubicBezTo>
                      <a:pt x="2008" y="5708"/>
                      <a:pt x="2144" y="5220"/>
                      <a:pt x="2279" y="4678"/>
                    </a:cubicBezTo>
                    <a:cubicBezTo>
                      <a:pt x="2551" y="3538"/>
                      <a:pt x="2768" y="2372"/>
                      <a:pt x="2849" y="1179"/>
                    </a:cubicBezTo>
                    <a:cubicBezTo>
                      <a:pt x="2903" y="934"/>
                      <a:pt x="2903" y="717"/>
                      <a:pt x="2822" y="500"/>
                    </a:cubicBezTo>
                    <a:cubicBezTo>
                      <a:pt x="2768" y="283"/>
                      <a:pt x="2632" y="94"/>
                      <a:pt x="2388" y="12"/>
                    </a:cubicBezTo>
                    <a:cubicBezTo>
                      <a:pt x="2351" y="4"/>
                      <a:pt x="2313" y="0"/>
                      <a:pt x="2276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3" name="Google Shape;1581;p49"/>
              <p:cNvSpPr/>
              <p:nvPr/>
            </p:nvSpPr>
            <p:spPr>
              <a:xfrm rot="8100000">
                <a:off x="7535160" y="2471400"/>
                <a:ext cx="700560" cy="603360"/>
              </a:xfrm>
              <a:custGeom>
                <a:avLst/>
                <a:gdLst>
                  <a:gd name="textAreaLeft" fmla="*/ 0 w 700560"/>
                  <a:gd name="textAreaRight" fmla="*/ 700920 w 700560"/>
                  <a:gd name="textAreaTop" fmla="*/ 0 h 603360"/>
                  <a:gd name="textAreaBottom" fmla="*/ 603720 h 603360"/>
                </a:gdLst>
                <a:ahLst/>
                <a:cxnLst/>
                <a:rect l="textAreaLeft" t="textAreaTop" r="textAreaRight" b="textAreaBottom"/>
                <a:pathLst>
                  <a:path w="26691" h="22995">
                    <a:moveTo>
                      <a:pt x="7607" y="0"/>
                    </a:moveTo>
                    <a:cubicBezTo>
                      <a:pt x="6548" y="0"/>
                      <a:pt x="5507" y="126"/>
                      <a:pt x="4530" y="554"/>
                    </a:cubicBezTo>
                    <a:cubicBezTo>
                      <a:pt x="3011" y="1232"/>
                      <a:pt x="1790" y="2832"/>
                      <a:pt x="2035" y="4460"/>
                    </a:cubicBezTo>
                    <a:cubicBezTo>
                      <a:pt x="597" y="5924"/>
                      <a:pt x="0" y="8121"/>
                      <a:pt x="461" y="10101"/>
                    </a:cubicBezTo>
                    <a:cubicBezTo>
                      <a:pt x="977" y="12054"/>
                      <a:pt x="2523" y="13763"/>
                      <a:pt x="4503" y="14333"/>
                    </a:cubicBezTo>
                    <a:cubicBezTo>
                      <a:pt x="3228" y="14604"/>
                      <a:pt x="2224" y="15879"/>
                      <a:pt x="2306" y="17181"/>
                    </a:cubicBezTo>
                    <a:cubicBezTo>
                      <a:pt x="2360" y="18456"/>
                      <a:pt x="3445" y="19649"/>
                      <a:pt x="4774" y="19785"/>
                    </a:cubicBezTo>
                    <a:cubicBezTo>
                      <a:pt x="4232" y="20571"/>
                      <a:pt x="4611" y="21683"/>
                      <a:pt x="5344" y="22253"/>
                    </a:cubicBezTo>
                    <a:cubicBezTo>
                      <a:pt x="6103" y="22850"/>
                      <a:pt x="7080" y="22931"/>
                      <a:pt x="8029" y="22985"/>
                    </a:cubicBezTo>
                    <a:cubicBezTo>
                      <a:pt x="8219" y="22991"/>
                      <a:pt x="8408" y="22995"/>
                      <a:pt x="8598" y="22995"/>
                    </a:cubicBezTo>
                    <a:cubicBezTo>
                      <a:pt x="15050" y="22995"/>
                      <a:pt x="21389" y="19432"/>
                      <a:pt x="24683" y="13899"/>
                    </a:cubicBezTo>
                    <a:cubicBezTo>
                      <a:pt x="25659" y="12271"/>
                      <a:pt x="26338" y="10101"/>
                      <a:pt x="25334" y="8501"/>
                    </a:cubicBezTo>
                    <a:lnTo>
                      <a:pt x="25334" y="8501"/>
                    </a:lnTo>
                    <a:lnTo>
                      <a:pt x="26690" y="10020"/>
                    </a:lnTo>
                    <a:cubicBezTo>
                      <a:pt x="25388" y="6765"/>
                      <a:pt x="22649" y="4216"/>
                      <a:pt x="19557" y="2670"/>
                    </a:cubicBezTo>
                    <a:cubicBezTo>
                      <a:pt x="16437" y="1096"/>
                      <a:pt x="12938" y="418"/>
                      <a:pt x="9467" y="93"/>
                    </a:cubicBezTo>
                    <a:cubicBezTo>
                      <a:pt x="8847" y="43"/>
                      <a:pt x="8224" y="0"/>
                      <a:pt x="760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4" name="Google Shape;1582;p49"/>
              <p:cNvSpPr/>
              <p:nvPr/>
            </p:nvSpPr>
            <p:spPr>
              <a:xfrm rot="8100000">
                <a:off x="7846920" y="2810520"/>
                <a:ext cx="444600" cy="109800"/>
              </a:xfrm>
              <a:custGeom>
                <a:avLst/>
                <a:gdLst>
                  <a:gd name="textAreaLeft" fmla="*/ 0 w 444600"/>
                  <a:gd name="textAreaRight" fmla="*/ 444960 w 444600"/>
                  <a:gd name="textAreaTop" fmla="*/ 0 h 109800"/>
                  <a:gd name="textAreaBottom" fmla="*/ 110160 h 109800"/>
                </a:gdLst>
                <a:ahLst/>
                <a:cxnLst/>
                <a:rect l="textAreaLeft" t="textAreaTop" r="textAreaRight" b="textAreaBottom"/>
                <a:pathLst>
                  <a:path w="16953" h="4196">
                    <a:moveTo>
                      <a:pt x="2562" y="0"/>
                    </a:moveTo>
                    <a:cubicBezTo>
                      <a:pt x="1762" y="0"/>
                      <a:pt x="982" y="51"/>
                      <a:pt x="217" y="154"/>
                    </a:cubicBezTo>
                    <a:cubicBezTo>
                      <a:pt x="163" y="263"/>
                      <a:pt x="55" y="398"/>
                      <a:pt x="0" y="480"/>
                    </a:cubicBezTo>
                    <a:cubicBezTo>
                      <a:pt x="794" y="363"/>
                      <a:pt x="1615" y="306"/>
                      <a:pt x="2463" y="306"/>
                    </a:cubicBezTo>
                    <a:cubicBezTo>
                      <a:pt x="3994" y="306"/>
                      <a:pt x="5614" y="493"/>
                      <a:pt x="7324" y="859"/>
                    </a:cubicBezTo>
                    <a:cubicBezTo>
                      <a:pt x="10552" y="1564"/>
                      <a:pt x="13671" y="2894"/>
                      <a:pt x="16709" y="4195"/>
                    </a:cubicBezTo>
                    <a:cubicBezTo>
                      <a:pt x="16817" y="4195"/>
                      <a:pt x="16899" y="4141"/>
                      <a:pt x="16953" y="4087"/>
                    </a:cubicBezTo>
                    <a:lnTo>
                      <a:pt x="16953" y="4060"/>
                    </a:lnTo>
                    <a:cubicBezTo>
                      <a:pt x="16953" y="3979"/>
                      <a:pt x="16899" y="3924"/>
                      <a:pt x="16844" y="3870"/>
                    </a:cubicBezTo>
                    <a:cubicBezTo>
                      <a:pt x="13834" y="2595"/>
                      <a:pt x="10660" y="1266"/>
                      <a:pt x="7378" y="561"/>
                    </a:cubicBezTo>
                    <a:cubicBezTo>
                      <a:pt x="5687" y="187"/>
                      <a:pt x="4089" y="0"/>
                      <a:pt x="25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080" bIns="55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5" name="Google Shape;1583;p49"/>
              <p:cNvSpPr/>
              <p:nvPr/>
            </p:nvSpPr>
            <p:spPr>
              <a:xfrm rot="8100000">
                <a:off x="7486200" y="2525400"/>
                <a:ext cx="671760" cy="351720"/>
              </a:xfrm>
              <a:custGeom>
                <a:avLst/>
                <a:gdLst>
                  <a:gd name="textAreaLeft" fmla="*/ 0 w 671760"/>
                  <a:gd name="textAreaRight" fmla="*/ 672120 w 671760"/>
                  <a:gd name="textAreaTop" fmla="*/ 0 h 351720"/>
                  <a:gd name="textAreaBottom" fmla="*/ 352080 h 351720"/>
                </a:gdLst>
                <a:ahLst/>
                <a:cxnLst/>
                <a:rect l="textAreaLeft" t="textAreaTop" r="textAreaRight" b="textAreaBottom"/>
                <a:pathLst>
                  <a:path w="25606" h="13409">
                    <a:moveTo>
                      <a:pt x="2055" y="1"/>
                    </a:moveTo>
                    <a:cubicBezTo>
                      <a:pt x="1371" y="1"/>
                      <a:pt x="679" y="7"/>
                      <a:pt x="1" y="21"/>
                    </a:cubicBezTo>
                    <a:lnTo>
                      <a:pt x="1" y="374"/>
                    </a:lnTo>
                    <a:cubicBezTo>
                      <a:pt x="679" y="360"/>
                      <a:pt x="1371" y="353"/>
                      <a:pt x="2055" y="353"/>
                    </a:cubicBezTo>
                    <a:cubicBezTo>
                      <a:pt x="2740" y="353"/>
                      <a:pt x="3418" y="360"/>
                      <a:pt x="4069" y="374"/>
                    </a:cubicBezTo>
                    <a:cubicBezTo>
                      <a:pt x="8246" y="428"/>
                      <a:pt x="12532" y="509"/>
                      <a:pt x="16736" y="1052"/>
                    </a:cubicBezTo>
                    <a:cubicBezTo>
                      <a:pt x="19259" y="1377"/>
                      <a:pt x="21808" y="1892"/>
                      <a:pt x="24277" y="2571"/>
                    </a:cubicBezTo>
                    <a:cubicBezTo>
                      <a:pt x="24250" y="2598"/>
                      <a:pt x="24195" y="2598"/>
                      <a:pt x="24141" y="2652"/>
                    </a:cubicBezTo>
                    <a:lnTo>
                      <a:pt x="15299" y="2408"/>
                    </a:lnTo>
                    <a:cubicBezTo>
                      <a:pt x="13458" y="2356"/>
                      <a:pt x="11589" y="2304"/>
                      <a:pt x="9710" y="2304"/>
                    </a:cubicBezTo>
                    <a:cubicBezTo>
                      <a:pt x="6690" y="2304"/>
                      <a:pt x="3645" y="2438"/>
                      <a:pt x="652" y="2923"/>
                    </a:cubicBezTo>
                    <a:cubicBezTo>
                      <a:pt x="733" y="3005"/>
                      <a:pt x="760" y="3113"/>
                      <a:pt x="815" y="3222"/>
                    </a:cubicBezTo>
                    <a:cubicBezTo>
                      <a:pt x="3809" y="2765"/>
                      <a:pt x="6846" y="2635"/>
                      <a:pt x="9865" y="2635"/>
                    </a:cubicBezTo>
                    <a:cubicBezTo>
                      <a:pt x="11687" y="2635"/>
                      <a:pt x="13502" y="2682"/>
                      <a:pt x="15299" y="2733"/>
                    </a:cubicBezTo>
                    <a:lnTo>
                      <a:pt x="23409" y="2950"/>
                    </a:lnTo>
                    <a:cubicBezTo>
                      <a:pt x="18392" y="4871"/>
                      <a:pt x="13074" y="5852"/>
                      <a:pt x="7730" y="5852"/>
                    </a:cubicBezTo>
                    <a:cubicBezTo>
                      <a:pt x="6284" y="5852"/>
                      <a:pt x="4836" y="5780"/>
                      <a:pt x="3391" y="5636"/>
                    </a:cubicBezTo>
                    <a:lnTo>
                      <a:pt x="3391" y="5636"/>
                    </a:lnTo>
                    <a:cubicBezTo>
                      <a:pt x="3663" y="5771"/>
                      <a:pt x="3934" y="5853"/>
                      <a:pt x="4205" y="5961"/>
                    </a:cubicBezTo>
                    <a:cubicBezTo>
                      <a:pt x="4151" y="5961"/>
                      <a:pt x="4124" y="5988"/>
                      <a:pt x="4042" y="6042"/>
                    </a:cubicBezTo>
                    <a:cubicBezTo>
                      <a:pt x="5283" y="6151"/>
                      <a:pt x="6526" y="6205"/>
                      <a:pt x="7769" y="6205"/>
                    </a:cubicBezTo>
                    <a:cubicBezTo>
                      <a:pt x="13344" y="6205"/>
                      <a:pt x="18901" y="5122"/>
                      <a:pt x="24114" y="3059"/>
                    </a:cubicBezTo>
                    <a:lnTo>
                      <a:pt x="24114" y="3059"/>
                    </a:lnTo>
                    <a:cubicBezTo>
                      <a:pt x="21429" y="5419"/>
                      <a:pt x="17713" y="7073"/>
                      <a:pt x="13346" y="7833"/>
                    </a:cubicBezTo>
                    <a:cubicBezTo>
                      <a:pt x="10758" y="8283"/>
                      <a:pt x="8132" y="8396"/>
                      <a:pt x="5520" y="8396"/>
                    </a:cubicBezTo>
                    <a:cubicBezTo>
                      <a:pt x="4354" y="8396"/>
                      <a:pt x="3191" y="8373"/>
                      <a:pt x="2035" y="8348"/>
                    </a:cubicBezTo>
                    <a:lnTo>
                      <a:pt x="2035" y="8673"/>
                    </a:lnTo>
                    <a:cubicBezTo>
                      <a:pt x="3209" y="8707"/>
                      <a:pt x="4393" y="8733"/>
                      <a:pt x="5580" y="8733"/>
                    </a:cubicBezTo>
                    <a:cubicBezTo>
                      <a:pt x="8207" y="8733"/>
                      <a:pt x="10849" y="8606"/>
                      <a:pt x="13427" y="8158"/>
                    </a:cubicBezTo>
                    <a:cubicBezTo>
                      <a:pt x="17306" y="7480"/>
                      <a:pt x="20669" y="6124"/>
                      <a:pt x="23273" y="4198"/>
                    </a:cubicBezTo>
                    <a:lnTo>
                      <a:pt x="23273" y="4198"/>
                    </a:lnTo>
                    <a:cubicBezTo>
                      <a:pt x="20669" y="6612"/>
                      <a:pt x="17604" y="8104"/>
                      <a:pt x="15190" y="8945"/>
                    </a:cubicBezTo>
                    <a:cubicBezTo>
                      <a:pt x="11447" y="10301"/>
                      <a:pt x="7514" y="10925"/>
                      <a:pt x="3717" y="11250"/>
                    </a:cubicBezTo>
                    <a:cubicBezTo>
                      <a:pt x="3934" y="11359"/>
                      <a:pt x="4205" y="11467"/>
                      <a:pt x="4476" y="11494"/>
                    </a:cubicBezTo>
                    <a:lnTo>
                      <a:pt x="4476" y="11521"/>
                    </a:lnTo>
                    <a:cubicBezTo>
                      <a:pt x="8057" y="11142"/>
                      <a:pt x="11745" y="10545"/>
                      <a:pt x="15299" y="9243"/>
                    </a:cubicBezTo>
                    <a:cubicBezTo>
                      <a:pt x="17821" y="8348"/>
                      <a:pt x="21076" y="6775"/>
                      <a:pt x="23788" y="4144"/>
                    </a:cubicBezTo>
                    <a:lnTo>
                      <a:pt x="23788" y="4144"/>
                    </a:lnTo>
                    <a:cubicBezTo>
                      <a:pt x="23327" y="4740"/>
                      <a:pt x="22839" y="5310"/>
                      <a:pt x="22297" y="5907"/>
                    </a:cubicBezTo>
                    <a:cubicBezTo>
                      <a:pt x="17988" y="10420"/>
                      <a:pt x="11716" y="13067"/>
                      <a:pt x="5474" y="13067"/>
                    </a:cubicBezTo>
                    <a:cubicBezTo>
                      <a:pt x="5114" y="13067"/>
                      <a:pt x="4754" y="13058"/>
                      <a:pt x="4395" y="13040"/>
                    </a:cubicBezTo>
                    <a:lnTo>
                      <a:pt x="4395" y="13040"/>
                    </a:lnTo>
                    <a:cubicBezTo>
                      <a:pt x="4422" y="13149"/>
                      <a:pt x="4476" y="13284"/>
                      <a:pt x="4558" y="13393"/>
                    </a:cubicBezTo>
                    <a:cubicBezTo>
                      <a:pt x="4834" y="13403"/>
                      <a:pt x="5110" y="13408"/>
                      <a:pt x="5386" y="13408"/>
                    </a:cubicBezTo>
                    <a:cubicBezTo>
                      <a:pt x="11760" y="13408"/>
                      <a:pt x="18146" y="10725"/>
                      <a:pt x="22514" y="6124"/>
                    </a:cubicBezTo>
                    <a:cubicBezTo>
                      <a:pt x="23463" y="5147"/>
                      <a:pt x="24277" y="4144"/>
                      <a:pt x="24928" y="3086"/>
                    </a:cubicBezTo>
                    <a:lnTo>
                      <a:pt x="25307" y="3086"/>
                    </a:lnTo>
                    <a:cubicBezTo>
                      <a:pt x="25362" y="3086"/>
                      <a:pt x="25416" y="3059"/>
                      <a:pt x="25443" y="2977"/>
                    </a:cubicBezTo>
                    <a:lnTo>
                      <a:pt x="25470" y="2977"/>
                    </a:lnTo>
                    <a:cubicBezTo>
                      <a:pt x="25497" y="2869"/>
                      <a:pt x="25497" y="2788"/>
                      <a:pt x="25551" y="2679"/>
                    </a:cubicBezTo>
                    <a:cubicBezTo>
                      <a:pt x="25443" y="2652"/>
                      <a:pt x="25334" y="2598"/>
                      <a:pt x="25280" y="2571"/>
                    </a:cubicBezTo>
                    <a:cubicBezTo>
                      <a:pt x="25362" y="2435"/>
                      <a:pt x="25470" y="2299"/>
                      <a:pt x="25606" y="2164"/>
                    </a:cubicBezTo>
                    <a:cubicBezTo>
                      <a:pt x="25606" y="1892"/>
                      <a:pt x="25606" y="1648"/>
                      <a:pt x="25551" y="1431"/>
                    </a:cubicBezTo>
                    <a:cubicBezTo>
                      <a:pt x="25307" y="1621"/>
                      <a:pt x="25145" y="1974"/>
                      <a:pt x="24928" y="2299"/>
                    </a:cubicBezTo>
                    <a:cubicBezTo>
                      <a:pt x="24928" y="2326"/>
                      <a:pt x="24901" y="2326"/>
                      <a:pt x="24901" y="2381"/>
                    </a:cubicBezTo>
                    <a:lnTo>
                      <a:pt x="24765" y="2381"/>
                    </a:lnTo>
                    <a:cubicBezTo>
                      <a:pt x="22161" y="1621"/>
                      <a:pt x="19449" y="1079"/>
                      <a:pt x="16763" y="699"/>
                    </a:cubicBezTo>
                    <a:cubicBezTo>
                      <a:pt x="12559" y="157"/>
                      <a:pt x="8246" y="102"/>
                      <a:pt x="4069" y="21"/>
                    </a:cubicBezTo>
                    <a:cubicBezTo>
                      <a:pt x="3418" y="7"/>
                      <a:pt x="2740" y="1"/>
                      <a:pt x="20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6" name="Google Shape;1584;p49"/>
              <p:cNvSpPr/>
              <p:nvPr/>
            </p:nvSpPr>
            <p:spPr>
              <a:xfrm rot="8100000">
                <a:off x="7686720" y="2776680"/>
                <a:ext cx="592200" cy="10908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0 h 109080"/>
                  <a:gd name="textAreaBottom" fmla="*/ 109440 h 109080"/>
                </a:gdLst>
                <a:ahLst/>
                <a:cxnLst/>
                <a:rect l="textAreaLeft" t="textAreaTop" r="textAreaRight" b="textAreaBottom"/>
                <a:pathLst>
                  <a:path w="22568" h="4163">
                    <a:moveTo>
                      <a:pt x="5276" y="1"/>
                    </a:moveTo>
                    <a:cubicBezTo>
                      <a:pt x="3576" y="1"/>
                      <a:pt x="1876" y="109"/>
                      <a:pt x="191" y="328"/>
                    </a:cubicBezTo>
                    <a:cubicBezTo>
                      <a:pt x="137" y="436"/>
                      <a:pt x="82" y="572"/>
                      <a:pt x="1" y="680"/>
                    </a:cubicBezTo>
                    <a:cubicBezTo>
                      <a:pt x="1781" y="432"/>
                      <a:pt x="3575" y="309"/>
                      <a:pt x="5367" y="309"/>
                    </a:cubicBezTo>
                    <a:cubicBezTo>
                      <a:pt x="11220" y="309"/>
                      <a:pt x="17056" y="1619"/>
                      <a:pt x="22351" y="4152"/>
                    </a:cubicBezTo>
                    <a:cubicBezTo>
                      <a:pt x="22373" y="4159"/>
                      <a:pt x="22395" y="4163"/>
                      <a:pt x="22416" y="4163"/>
                    </a:cubicBezTo>
                    <a:cubicBezTo>
                      <a:pt x="22474" y="4163"/>
                      <a:pt x="22528" y="4138"/>
                      <a:pt x="22568" y="4098"/>
                    </a:cubicBezTo>
                    <a:lnTo>
                      <a:pt x="22568" y="4071"/>
                    </a:lnTo>
                    <a:cubicBezTo>
                      <a:pt x="22568" y="3989"/>
                      <a:pt x="22514" y="3935"/>
                      <a:pt x="22459" y="3881"/>
                    </a:cubicBezTo>
                    <a:cubicBezTo>
                      <a:pt x="17109" y="1311"/>
                      <a:pt x="11187" y="1"/>
                      <a:pt x="52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720" bIns="54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7" name="Google Shape;1585;p49"/>
              <p:cNvSpPr/>
              <p:nvPr/>
            </p:nvSpPr>
            <p:spPr>
              <a:xfrm rot="8100000">
                <a:off x="7678080" y="3043080"/>
                <a:ext cx="11160" cy="13320"/>
              </a:xfrm>
              <a:custGeom>
                <a:avLst/>
                <a:gdLst>
                  <a:gd name="textAreaLeft" fmla="*/ 0 w 11160"/>
                  <a:gd name="textAreaRight" fmla="*/ 11520 w 1116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435" h="526">
                    <a:moveTo>
                      <a:pt x="141" y="0"/>
                    </a:moveTo>
                    <a:cubicBezTo>
                      <a:pt x="87" y="0"/>
                      <a:pt x="20" y="31"/>
                      <a:pt x="0" y="92"/>
                    </a:cubicBezTo>
                    <a:lnTo>
                      <a:pt x="353" y="526"/>
                    </a:lnTo>
                    <a:lnTo>
                      <a:pt x="353" y="499"/>
                    </a:lnTo>
                    <a:cubicBezTo>
                      <a:pt x="434" y="417"/>
                      <a:pt x="407" y="363"/>
                      <a:pt x="326" y="336"/>
                    </a:cubicBezTo>
                    <a:cubicBezTo>
                      <a:pt x="298" y="282"/>
                      <a:pt x="271" y="282"/>
                      <a:pt x="271" y="282"/>
                    </a:cubicBezTo>
                    <a:cubicBezTo>
                      <a:pt x="271" y="255"/>
                      <a:pt x="298" y="255"/>
                      <a:pt x="298" y="227"/>
                    </a:cubicBezTo>
                    <a:lnTo>
                      <a:pt x="298" y="200"/>
                    </a:lnTo>
                    <a:cubicBezTo>
                      <a:pt x="298" y="119"/>
                      <a:pt x="271" y="65"/>
                      <a:pt x="190" y="10"/>
                    </a:cubicBezTo>
                    <a:cubicBezTo>
                      <a:pt x="176" y="4"/>
                      <a:pt x="159" y="0"/>
                      <a:pt x="1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840" bIns="6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8" name="Google Shape;1586;p49"/>
              <p:cNvSpPr/>
              <p:nvPr/>
            </p:nvSpPr>
            <p:spPr>
              <a:xfrm rot="8100000">
                <a:off x="7934400" y="2306160"/>
                <a:ext cx="232560" cy="603000"/>
              </a:xfrm>
              <a:custGeom>
                <a:avLst/>
                <a:gdLst>
                  <a:gd name="textAreaLeft" fmla="*/ 0 w 232560"/>
                  <a:gd name="textAreaRight" fmla="*/ 232920 w 232560"/>
                  <a:gd name="textAreaTop" fmla="*/ 0 h 603000"/>
                  <a:gd name="textAreaBottom" fmla="*/ 603360 h 603000"/>
                </a:gdLst>
                <a:ahLst/>
                <a:cxnLst/>
                <a:rect l="textAreaLeft" t="textAreaTop" r="textAreaRight" b="textAreaBottom"/>
                <a:pathLst>
                  <a:path w="8870" h="22975">
                    <a:moveTo>
                      <a:pt x="6890" y="0"/>
                    </a:moveTo>
                    <a:lnTo>
                      <a:pt x="6890" y="0"/>
                    </a:lnTo>
                    <a:cubicBezTo>
                      <a:pt x="6076" y="82"/>
                      <a:pt x="5289" y="217"/>
                      <a:pt x="4584" y="543"/>
                    </a:cubicBezTo>
                    <a:cubicBezTo>
                      <a:pt x="3011" y="1221"/>
                      <a:pt x="1790" y="2821"/>
                      <a:pt x="2035" y="4449"/>
                    </a:cubicBezTo>
                    <a:cubicBezTo>
                      <a:pt x="597" y="5913"/>
                      <a:pt x="0" y="8110"/>
                      <a:pt x="461" y="10063"/>
                    </a:cubicBezTo>
                    <a:cubicBezTo>
                      <a:pt x="977" y="12043"/>
                      <a:pt x="2550" y="13752"/>
                      <a:pt x="4503" y="14322"/>
                    </a:cubicBezTo>
                    <a:cubicBezTo>
                      <a:pt x="3228" y="14593"/>
                      <a:pt x="2224" y="15868"/>
                      <a:pt x="2306" y="17170"/>
                    </a:cubicBezTo>
                    <a:cubicBezTo>
                      <a:pt x="2360" y="18445"/>
                      <a:pt x="3445" y="19638"/>
                      <a:pt x="4774" y="19774"/>
                    </a:cubicBezTo>
                    <a:cubicBezTo>
                      <a:pt x="4232" y="20560"/>
                      <a:pt x="4611" y="21672"/>
                      <a:pt x="5344" y="22242"/>
                    </a:cubicBezTo>
                    <a:cubicBezTo>
                      <a:pt x="6103" y="22839"/>
                      <a:pt x="7080" y="22920"/>
                      <a:pt x="8029" y="22974"/>
                    </a:cubicBezTo>
                    <a:lnTo>
                      <a:pt x="8870" y="22974"/>
                    </a:lnTo>
                    <a:cubicBezTo>
                      <a:pt x="8463" y="22757"/>
                      <a:pt x="8110" y="22513"/>
                      <a:pt x="7758" y="22242"/>
                    </a:cubicBezTo>
                    <a:cubicBezTo>
                      <a:pt x="6646" y="21293"/>
                      <a:pt x="6022" y="19557"/>
                      <a:pt x="6808" y="18309"/>
                    </a:cubicBezTo>
                    <a:cubicBezTo>
                      <a:pt x="5832" y="17821"/>
                      <a:pt x="5208" y="16627"/>
                      <a:pt x="5344" y="15542"/>
                    </a:cubicBezTo>
                    <a:cubicBezTo>
                      <a:pt x="5479" y="14430"/>
                      <a:pt x="6374" y="13427"/>
                      <a:pt x="7459" y="13210"/>
                    </a:cubicBezTo>
                    <a:cubicBezTo>
                      <a:pt x="6157" y="12938"/>
                      <a:pt x="4910" y="12315"/>
                      <a:pt x="3988" y="11338"/>
                    </a:cubicBezTo>
                    <a:cubicBezTo>
                      <a:pt x="3120" y="10362"/>
                      <a:pt x="2604" y="8951"/>
                      <a:pt x="2957" y="7676"/>
                    </a:cubicBezTo>
                    <a:cubicBezTo>
                      <a:pt x="3255" y="6374"/>
                      <a:pt x="4449" y="5290"/>
                      <a:pt x="5751" y="5290"/>
                    </a:cubicBezTo>
                    <a:cubicBezTo>
                      <a:pt x="4720" y="4394"/>
                      <a:pt x="4720" y="2686"/>
                      <a:pt x="5425" y="1492"/>
                    </a:cubicBezTo>
                    <a:cubicBezTo>
                      <a:pt x="5805" y="895"/>
                      <a:pt x="6293" y="407"/>
                      <a:pt x="6890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9" name="Google Shape;1587;p49"/>
              <p:cNvSpPr/>
              <p:nvPr/>
            </p:nvSpPr>
            <p:spPr>
              <a:xfrm rot="8100000">
                <a:off x="7596720" y="2744640"/>
                <a:ext cx="614880" cy="441360"/>
              </a:xfrm>
              <a:custGeom>
                <a:avLst/>
                <a:gdLst>
                  <a:gd name="textAreaLeft" fmla="*/ 0 w 614880"/>
                  <a:gd name="textAreaRight" fmla="*/ 615240 w 614880"/>
                  <a:gd name="textAreaTop" fmla="*/ 0 h 441360"/>
                  <a:gd name="textAreaBottom" fmla="*/ 441720 h 441360"/>
                </a:gdLst>
                <a:ahLst/>
                <a:cxnLst/>
                <a:rect l="textAreaLeft" t="textAreaTop" r="textAreaRight" b="textAreaBottom"/>
                <a:pathLst>
                  <a:path w="23436" h="16821">
                    <a:moveTo>
                      <a:pt x="7606" y="0"/>
                    </a:moveTo>
                    <a:cubicBezTo>
                      <a:pt x="6318" y="0"/>
                      <a:pt x="5028" y="55"/>
                      <a:pt x="3743" y="115"/>
                    </a:cubicBezTo>
                    <a:cubicBezTo>
                      <a:pt x="3092" y="115"/>
                      <a:pt x="2414" y="169"/>
                      <a:pt x="1899" y="576"/>
                    </a:cubicBezTo>
                    <a:cubicBezTo>
                      <a:pt x="1420" y="975"/>
                      <a:pt x="1306" y="1870"/>
                      <a:pt x="1814" y="2237"/>
                    </a:cubicBezTo>
                    <a:lnTo>
                      <a:pt x="1814" y="2237"/>
                    </a:lnTo>
                    <a:cubicBezTo>
                      <a:pt x="1640" y="2122"/>
                      <a:pt x="1435" y="2067"/>
                      <a:pt x="1228" y="2067"/>
                    </a:cubicBezTo>
                    <a:cubicBezTo>
                      <a:pt x="986" y="2067"/>
                      <a:pt x="742" y="2143"/>
                      <a:pt x="543" y="2285"/>
                    </a:cubicBezTo>
                    <a:cubicBezTo>
                      <a:pt x="163" y="2556"/>
                      <a:pt x="0" y="3071"/>
                      <a:pt x="136" y="3505"/>
                    </a:cubicBezTo>
                    <a:cubicBezTo>
                      <a:pt x="380" y="4292"/>
                      <a:pt x="1329" y="4536"/>
                      <a:pt x="2143" y="4726"/>
                    </a:cubicBezTo>
                    <a:cubicBezTo>
                      <a:pt x="2128" y="4725"/>
                      <a:pt x="2112" y="4725"/>
                      <a:pt x="2097" y="4725"/>
                    </a:cubicBezTo>
                    <a:cubicBezTo>
                      <a:pt x="1572" y="4725"/>
                      <a:pt x="1083" y="5175"/>
                      <a:pt x="1031" y="5703"/>
                    </a:cubicBezTo>
                    <a:cubicBezTo>
                      <a:pt x="949" y="6245"/>
                      <a:pt x="1221" y="6787"/>
                      <a:pt x="1627" y="7167"/>
                    </a:cubicBezTo>
                    <a:cubicBezTo>
                      <a:pt x="2034" y="7547"/>
                      <a:pt x="2550" y="7764"/>
                      <a:pt x="3065" y="7981"/>
                    </a:cubicBezTo>
                    <a:cubicBezTo>
                      <a:pt x="6184" y="9201"/>
                      <a:pt x="9683" y="9581"/>
                      <a:pt x="12531" y="11290"/>
                    </a:cubicBezTo>
                    <a:cubicBezTo>
                      <a:pt x="13535" y="11914"/>
                      <a:pt x="14457" y="12673"/>
                      <a:pt x="15135" y="13650"/>
                    </a:cubicBezTo>
                    <a:cubicBezTo>
                      <a:pt x="16094" y="14745"/>
                      <a:pt x="16707" y="16820"/>
                      <a:pt x="18170" y="16820"/>
                    </a:cubicBezTo>
                    <a:cubicBezTo>
                      <a:pt x="18446" y="16820"/>
                      <a:pt x="18751" y="16747"/>
                      <a:pt x="19095" y="16579"/>
                    </a:cubicBezTo>
                    <a:cubicBezTo>
                      <a:pt x="20885" y="15738"/>
                      <a:pt x="22242" y="13921"/>
                      <a:pt x="22730" y="12022"/>
                    </a:cubicBezTo>
                    <a:cubicBezTo>
                      <a:pt x="23435" y="9201"/>
                      <a:pt x="22296" y="6109"/>
                      <a:pt x="20207" y="4048"/>
                    </a:cubicBezTo>
                    <a:cubicBezTo>
                      <a:pt x="18173" y="1987"/>
                      <a:pt x="15325" y="820"/>
                      <a:pt x="12450" y="359"/>
                    </a:cubicBezTo>
                    <a:cubicBezTo>
                      <a:pt x="10847" y="87"/>
                      <a:pt x="9228" y="0"/>
                      <a:pt x="76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0" name="Google Shape;1588;p49"/>
              <p:cNvSpPr/>
              <p:nvPr/>
            </p:nvSpPr>
            <p:spPr>
              <a:xfrm rot="8100000">
                <a:off x="7652160" y="2793960"/>
                <a:ext cx="527400" cy="357120"/>
              </a:xfrm>
              <a:custGeom>
                <a:avLst/>
                <a:gdLst>
                  <a:gd name="textAreaLeft" fmla="*/ 0 w 527400"/>
                  <a:gd name="textAreaRight" fmla="*/ 527760 w 52740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20099" h="13617">
                    <a:moveTo>
                      <a:pt x="54" y="0"/>
                    </a:moveTo>
                    <a:cubicBezTo>
                      <a:pt x="27" y="109"/>
                      <a:pt x="0" y="163"/>
                      <a:pt x="0" y="272"/>
                    </a:cubicBezTo>
                    <a:cubicBezTo>
                      <a:pt x="2468" y="299"/>
                      <a:pt x="5045" y="434"/>
                      <a:pt x="7513" y="977"/>
                    </a:cubicBezTo>
                    <a:cubicBezTo>
                      <a:pt x="10768" y="1682"/>
                      <a:pt x="13481" y="2984"/>
                      <a:pt x="15515" y="4801"/>
                    </a:cubicBezTo>
                    <a:cubicBezTo>
                      <a:pt x="17983" y="7053"/>
                      <a:pt x="19556" y="10308"/>
                      <a:pt x="19855" y="13617"/>
                    </a:cubicBezTo>
                    <a:cubicBezTo>
                      <a:pt x="19963" y="13535"/>
                      <a:pt x="20018" y="13400"/>
                      <a:pt x="20099" y="13291"/>
                    </a:cubicBezTo>
                    <a:cubicBezTo>
                      <a:pt x="19719" y="10009"/>
                      <a:pt x="18173" y="6809"/>
                      <a:pt x="15678" y="4612"/>
                    </a:cubicBezTo>
                    <a:cubicBezTo>
                      <a:pt x="13616" y="2740"/>
                      <a:pt x="10877" y="1411"/>
                      <a:pt x="7541" y="706"/>
                    </a:cubicBezTo>
                    <a:cubicBezTo>
                      <a:pt x="5072" y="163"/>
                      <a:pt x="2523" y="28"/>
                      <a:pt x="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1" name="Google Shape;1589;p49"/>
              <p:cNvSpPr/>
              <p:nvPr/>
            </p:nvSpPr>
            <p:spPr>
              <a:xfrm rot="8100000">
                <a:off x="7636320" y="2772720"/>
                <a:ext cx="552960" cy="324360"/>
              </a:xfrm>
              <a:custGeom>
                <a:avLst/>
                <a:gdLst>
                  <a:gd name="textAreaLeft" fmla="*/ 0 w 552960"/>
                  <a:gd name="textAreaRight" fmla="*/ 553320 w 552960"/>
                  <a:gd name="textAreaTop" fmla="*/ 0 h 324360"/>
                  <a:gd name="textAreaBottom" fmla="*/ 324720 h 324360"/>
                </a:gdLst>
                <a:ahLst/>
                <a:cxnLst/>
                <a:rect l="textAreaLeft" t="textAreaTop" r="textAreaRight" b="textAreaBottom"/>
                <a:pathLst>
                  <a:path w="21076" h="12369">
                    <a:moveTo>
                      <a:pt x="82" y="0"/>
                    </a:moveTo>
                    <a:cubicBezTo>
                      <a:pt x="1" y="109"/>
                      <a:pt x="1" y="190"/>
                      <a:pt x="1" y="272"/>
                    </a:cubicBezTo>
                    <a:cubicBezTo>
                      <a:pt x="3934" y="841"/>
                      <a:pt x="8653" y="1899"/>
                      <a:pt x="12830" y="4205"/>
                    </a:cubicBezTo>
                    <a:cubicBezTo>
                      <a:pt x="16492" y="6239"/>
                      <a:pt x="19313" y="9114"/>
                      <a:pt x="20859" y="12369"/>
                    </a:cubicBezTo>
                    <a:cubicBezTo>
                      <a:pt x="20940" y="12315"/>
                      <a:pt x="20995" y="12206"/>
                      <a:pt x="21076" y="12125"/>
                    </a:cubicBezTo>
                    <a:cubicBezTo>
                      <a:pt x="19476" y="8870"/>
                      <a:pt x="16655" y="5995"/>
                      <a:pt x="12966" y="3960"/>
                    </a:cubicBezTo>
                    <a:cubicBezTo>
                      <a:pt x="8762" y="1628"/>
                      <a:pt x="4015" y="597"/>
                      <a:pt x="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2" name="Google Shape;1590;p49"/>
              <p:cNvSpPr/>
              <p:nvPr/>
            </p:nvSpPr>
            <p:spPr>
              <a:xfrm rot="8100000">
                <a:off x="7627680" y="2763720"/>
                <a:ext cx="502560" cy="271080"/>
              </a:xfrm>
              <a:custGeom>
                <a:avLst/>
                <a:gdLst>
                  <a:gd name="textAreaLeft" fmla="*/ 0 w 502560"/>
                  <a:gd name="textAreaRight" fmla="*/ 502920 w 502560"/>
                  <a:gd name="textAreaTop" fmla="*/ 0 h 271080"/>
                  <a:gd name="textAreaBottom" fmla="*/ 271440 h 271080"/>
                </a:gdLst>
                <a:ahLst/>
                <a:cxnLst/>
                <a:rect l="textAreaLeft" t="textAreaTop" r="textAreaRight" b="textAreaBottom"/>
                <a:pathLst>
                  <a:path w="19151" h="10335">
                    <a:moveTo>
                      <a:pt x="1" y="1"/>
                    </a:moveTo>
                    <a:lnTo>
                      <a:pt x="1" y="272"/>
                    </a:lnTo>
                    <a:cubicBezTo>
                      <a:pt x="4069" y="896"/>
                      <a:pt x="7541" y="1899"/>
                      <a:pt x="10579" y="3418"/>
                    </a:cubicBezTo>
                    <a:cubicBezTo>
                      <a:pt x="14078" y="5154"/>
                      <a:pt x="16872" y="7541"/>
                      <a:pt x="18906" y="10335"/>
                    </a:cubicBezTo>
                    <a:cubicBezTo>
                      <a:pt x="18988" y="10280"/>
                      <a:pt x="19096" y="10226"/>
                      <a:pt x="19150" y="10172"/>
                    </a:cubicBezTo>
                    <a:cubicBezTo>
                      <a:pt x="17116" y="7324"/>
                      <a:pt x="14241" y="4937"/>
                      <a:pt x="10715" y="3201"/>
                    </a:cubicBezTo>
                    <a:cubicBezTo>
                      <a:pt x="7623" y="1655"/>
                      <a:pt x="4097" y="6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3" name="Google Shape;1591;p49"/>
              <p:cNvSpPr/>
              <p:nvPr/>
            </p:nvSpPr>
            <p:spPr>
              <a:xfrm rot="8100000">
                <a:off x="7382520" y="2525400"/>
                <a:ext cx="581400" cy="46656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466560"/>
                  <a:gd name="textAreaBottom" fmla="*/ 466920 h 466560"/>
                </a:gdLst>
                <a:ahLst/>
                <a:cxnLst/>
                <a:rect l="textAreaLeft" t="textAreaTop" r="textAreaRight" b="textAreaBottom"/>
                <a:pathLst>
                  <a:path w="22162" h="17790">
                    <a:moveTo>
                      <a:pt x="21526" y="1"/>
                    </a:moveTo>
                    <a:cubicBezTo>
                      <a:pt x="21380" y="1"/>
                      <a:pt x="21197" y="113"/>
                      <a:pt x="20968" y="391"/>
                    </a:cubicBezTo>
                    <a:cubicBezTo>
                      <a:pt x="19774" y="1937"/>
                      <a:pt x="18472" y="3103"/>
                      <a:pt x="16574" y="3754"/>
                    </a:cubicBezTo>
                    <a:cubicBezTo>
                      <a:pt x="15234" y="4230"/>
                      <a:pt x="13803" y="4420"/>
                      <a:pt x="12370" y="4420"/>
                    </a:cubicBezTo>
                    <a:cubicBezTo>
                      <a:pt x="11597" y="4420"/>
                      <a:pt x="10824" y="4365"/>
                      <a:pt x="10064" y="4270"/>
                    </a:cubicBezTo>
                    <a:cubicBezTo>
                      <a:pt x="9359" y="4182"/>
                      <a:pt x="8655" y="4058"/>
                      <a:pt x="7950" y="4058"/>
                    </a:cubicBezTo>
                    <a:cubicBezTo>
                      <a:pt x="7787" y="4058"/>
                      <a:pt x="7624" y="4064"/>
                      <a:pt x="7460" y="4080"/>
                    </a:cubicBezTo>
                    <a:cubicBezTo>
                      <a:pt x="6565" y="4188"/>
                      <a:pt x="5697" y="4595"/>
                      <a:pt x="5263" y="5355"/>
                    </a:cubicBezTo>
                    <a:cubicBezTo>
                      <a:pt x="4802" y="6087"/>
                      <a:pt x="5019" y="7253"/>
                      <a:pt x="5833" y="7606"/>
                    </a:cubicBezTo>
                    <a:cubicBezTo>
                      <a:pt x="5046" y="7714"/>
                      <a:pt x="4259" y="7850"/>
                      <a:pt x="3554" y="8148"/>
                    </a:cubicBezTo>
                    <a:cubicBezTo>
                      <a:pt x="2849" y="8474"/>
                      <a:pt x="2171" y="9016"/>
                      <a:pt x="1900" y="9721"/>
                    </a:cubicBezTo>
                    <a:cubicBezTo>
                      <a:pt x="1574" y="10427"/>
                      <a:pt x="1764" y="11376"/>
                      <a:pt x="2361" y="11864"/>
                    </a:cubicBezTo>
                    <a:cubicBezTo>
                      <a:pt x="1276" y="12135"/>
                      <a:pt x="408" y="13085"/>
                      <a:pt x="191" y="14170"/>
                    </a:cubicBezTo>
                    <a:cubicBezTo>
                      <a:pt x="1" y="15255"/>
                      <a:pt x="462" y="16475"/>
                      <a:pt x="1384" y="17099"/>
                    </a:cubicBezTo>
                    <a:cubicBezTo>
                      <a:pt x="2116" y="17622"/>
                      <a:pt x="3041" y="17790"/>
                      <a:pt x="3973" y="17790"/>
                    </a:cubicBezTo>
                    <a:cubicBezTo>
                      <a:pt x="4250" y="17790"/>
                      <a:pt x="4528" y="17775"/>
                      <a:pt x="4802" y="17750"/>
                    </a:cubicBezTo>
                    <a:cubicBezTo>
                      <a:pt x="8599" y="17479"/>
                      <a:pt x="12342" y="16014"/>
                      <a:pt x="15326" y="13654"/>
                    </a:cubicBezTo>
                    <a:cubicBezTo>
                      <a:pt x="18310" y="11268"/>
                      <a:pt x="20561" y="7958"/>
                      <a:pt x="21700" y="4324"/>
                    </a:cubicBezTo>
                    <a:cubicBezTo>
                      <a:pt x="21971" y="3456"/>
                      <a:pt x="22161" y="2452"/>
                      <a:pt x="22107" y="1557"/>
                    </a:cubicBezTo>
                    <a:cubicBezTo>
                      <a:pt x="22067" y="952"/>
                      <a:pt x="21951" y="1"/>
                      <a:pt x="215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4" name="Google Shape;1592;p49"/>
              <p:cNvSpPr/>
              <p:nvPr/>
            </p:nvSpPr>
            <p:spPr>
              <a:xfrm rot="8100000">
                <a:off x="7457040" y="2710440"/>
                <a:ext cx="531000" cy="256680"/>
              </a:xfrm>
              <a:custGeom>
                <a:avLst/>
                <a:gdLst>
                  <a:gd name="textAreaLeft" fmla="*/ 0 w 531000"/>
                  <a:gd name="textAreaRight" fmla="*/ 531360 w 531000"/>
                  <a:gd name="textAreaTop" fmla="*/ 0 h 256680"/>
                  <a:gd name="textAreaBottom" fmla="*/ 257040 h 256680"/>
                </a:gdLst>
                <a:ahLst/>
                <a:cxnLst/>
                <a:rect l="textAreaLeft" t="textAreaTop" r="textAreaRight" b="textAreaBottom"/>
                <a:pathLst>
                  <a:path w="20235" h="9790">
                    <a:moveTo>
                      <a:pt x="20153" y="0"/>
                    </a:moveTo>
                    <a:cubicBezTo>
                      <a:pt x="18472" y="3011"/>
                      <a:pt x="15705" y="5262"/>
                      <a:pt x="12613" y="5968"/>
                    </a:cubicBezTo>
                    <a:cubicBezTo>
                      <a:pt x="11784" y="6149"/>
                      <a:pt x="10947" y="6226"/>
                      <a:pt x="10110" y="6226"/>
                    </a:cubicBezTo>
                    <a:cubicBezTo>
                      <a:pt x="7824" y="6226"/>
                      <a:pt x="5535" y="5656"/>
                      <a:pt x="3391" y="5100"/>
                    </a:cubicBezTo>
                    <a:cubicBezTo>
                      <a:pt x="3364" y="5181"/>
                      <a:pt x="3309" y="5262"/>
                      <a:pt x="3309" y="5371"/>
                    </a:cubicBezTo>
                    <a:cubicBezTo>
                      <a:pt x="5444" y="5958"/>
                      <a:pt x="7734" y="6518"/>
                      <a:pt x="10027" y="6518"/>
                    </a:cubicBezTo>
                    <a:cubicBezTo>
                      <a:pt x="10910" y="6518"/>
                      <a:pt x="11793" y="6435"/>
                      <a:pt x="12667" y="6239"/>
                    </a:cubicBezTo>
                    <a:cubicBezTo>
                      <a:pt x="15569" y="5588"/>
                      <a:pt x="18200" y="3635"/>
                      <a:pt x="19936" y="923"/>
                    </a:cubicBezTo>
                    <a:lnTo>
                      <a:pt x="19936" y="923"/>
                    </a:lnTo>
                    <a:cubicBezTo>
                      <a:pt x="18987" y="3092"/>
                      <a:pt x="17739" y="4856"/>
                      <a:pt x="16274" y="6103"/>
                    </a:cubicBezTo>
                    <a:cubicBezTo>
                      <a:pt x="14213" y="7893"/>
                      <a:pt x="11284" y="9060"/>
                      <a:pt x="7866" y="9385"/>
                    </a:cubicBezTo>
                    <a:cubicBezTo>
                      <a:pt x="6935" y="9483"/>
                      <a:pt x="5992" y="9525"/>
                      <a:pt x="5050" y="9525"/>
                    </a:cubicBezTo>
                    <a:cubicBezTo>
                      <a:pt x="3385" y="9525"/>
                      <a:pt x="1719" y="9396"/>
                      <a:pt x="109" y="9222"/>
                    </a:cubicBezTo>
                    <a:cubicBezTo>
                      <a:pt x="82" y="9331"/>
                      <a:pt x="27" y="9385"/>
                      <a:pt x="0" y="9494"/>
                    </a:cubicBezTo>
                    <a:cubicBezTo>
                      <a:pt x="1700" y="9653"/>
                      <a:pt x="3422" y="9789"/>
                      <a:pt x="5145" y="9789"/>
                    </a:cubicBezTo>
                    <a:cubicBezTo>
                      <a:pt x="6062" y="9789"/>
                      <a:pt x="6979" y="9751"/>
                      <a:pt x="7893" y="9656"/>
                    </a:cubicBezTo>
                    <a:cubicBezTo>
                      <a:pt x="11365" y="9304"/>
                      <a:pt x="14349" y="8137"/>
                      <a:pt x="16437" y="6320"/>
                    </a:cubicBezTo>
                    <a:cubicBezTo>
                      <a:pt x="17197" y="5669"/>
                      <a:pt x="17821" y="4910"/>
                      <a:pt x="18444" y="4069"/>
                    </a:cubicBezTo>
                    <a:cubicBezTo>
                      <a:pt x="19123" y="2984"/>
                      <a:pt x="19746" y="1845"/>
                      <a:pt x="20235" y="651"/>
                    </a:cubicBezTo>
                    <a:cubicBezTo>
                      <a:pt x="20235" y="434"/>
                      <a:pt x="20207" y="217"/>
                      <a:pt x="201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5" name="Google Shape;1593;p49"/>
              <p:cNvSpPr/>
              <p:nvPr/>
            </p:nvSpPr>
            <p:spPr>
              <a:xfrm rot="8100000">
                <a:off x="7399440" y="2595240"/>
                <a:ext cx="576360" cy="356760"/>
              </a:xfrm>
              <a:custGeom>
                <a:avLst/>
                <a:gdLst>
                  <a:gd name="textAreaLeft" fmla="*/ 0 w 576360"/>
                  <a:gd name="textAreaRight" fmla="*/ 576720 w 576360"/>
                  <a:gd name="textAreaTop" fmla="*/ 0 h 356760"/>
                  <a:gd name="textAreaBottom" fmla="*/ 357120 h 356760"/>
                </a:gdLst>
                <a:ahLst/>
                <a:cxnLst/>
                <a:rect l="textAreaLeft" t="textAreaTop" r="textAreaRight" b="textAreaBottom"/>
                <a:pathLst>
                  <a:path w="21971" h="13598">
                    <a:moveTo>
                      <a:pt x="21971" y="0"/>
                    </a:moveTo>
                    <a:cubicBezTo>
                      <a:pt x="21455" y="1221"/>
                      <a:pt x="20832" y="2333"/>
                      <a:pt x="20126" y="3282"/>
                    </a:cubicBezTo>
                    <a:cubicBezTo>
                      <a:pt x="18390" y="6049"/>
                      <a:pt x="16193" y="8381"/>
                      <a:pt x="13644" y="10063"/>
                    </a:cubicBezTo>
                    <a:cubicBezTo>
                      <a:pt x="10490" y="12193"/>
                      <a:pt x="6790" y="13327"/>
                      <a:pt x="3199" y="13327"/>
                    </a:cubicBezTo>
                    <a:cubicBezTo>
                      <a:pt x="2126" y="13327"/>
                      <a:pt x="1063" y="13225"/>
                      <a:pt x="28" y="13019"/>
                    </a:cubicBezTo>
                    <a:cubicBezTo>
                      <a:pt x="28" y="13128"/>
                      <a:pt x="0" y="13236"/>
                      <a:pt x="0" y="13291"/>
                    </a:cubicBezTo>
                    <a:cubicBezTo>
                      <a:pt x="1059" y="13496"/>
                      <a:pt x="2143" y="13597"/>
                      <a:pt x="3233" y="13597"/>
                    </a:cubicBezTo>
                    <a:cubicBezTo>
                      <a:pt x="6892" y="13597"/>
                      <a:pt x="10637" y="12459"/>
                      <a:pt x="13834" y="10307"/>
                    </a:cubicBezTo>
                    <a:cubicBezTo>
                      <a:pt x="17251" y="8002"/>
                      <a:pt x="20099" y="4584"/>
                      <a:pt x="21971" y="488"/>
                    </a:cubicBezTo>
                    <a:lnTo>
                      <a:pt x="21971" y="244"/>
                    </a:lnTo>
                    <a:lnTo>
                      <a:pt x="21971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6" name="Google Shape;1594;p49"/>
              <p:cNvSpPr/>
              <p:nvPr/>
            </p:nvSpPr>
            <p:spPr>
              <a:xfrm rot="8100000">
                <a:off x="7645680" y="2415960"/>
                <a:ext cx="228240" cy="359640"/>
              </a:xfrm>
              <a:custGeom>
                <a:avLst/>
                <a:gdLst>
                  <a:gd name="textAreaLeft" fmla="*/ 0 w 228240"/>
                  <a:gd name="textAreaRight" fmla="*/ 228600 w 228240"/>
                  <a:gd name="textAreaTop" fmla="*/ 0 h 359640"/>
                  <a:gd name="textAreaBottom" fmla="*/ 360000 h 359640"/>
                </a:gdLst>
                <a:ahLst/>
                <a:cxnLst/>
                <a:rect l="textAreaLeft" t="textAreaTop" r="textAreaRight" b="textAreaBottom"/>
                <a:pathLst>
                  <a:path w="8708" h="13715">
                    <a:moveTo>
                      <a:pt x="7960" y="1"/>
                    </a:moveTo>
                    <a:cubicBezTo>
                      <a:pt x="7796" y="1"/>
                      <a:pt x="7630" y="12"/>
                      <a:pt x="7460" y="44"/>
                    </a:cubicBezTo>
                    <a:cubicBezTo>
                      <a:pt x="6565" y="152"/>
                      <a:pt x="5697" y="559"/>
                      <a:pt x="5263" y="1292"/>
                    </a:cubicBezTo>
                    <a:cubicBezTo>
                      <a:pt x="4802" y="2024"/>
                      <a:pt x="5019" y="3190"/>
                      <a:pt x="5833" y="3570"/>
                    </a:cubicBezTo>
                    <a:cubicBezTo>
                      <a:pt x="5046" y="3679"/>
                      <a:pt x="4259" y="3787"/>
                      <a:pt x="3554" y="4113"/>
                    </a:cubicBezTo>
                    <a:cubicBezTo>
                      <a:pt x="2849" y="4411"/>
                      <a:pt x="2171" y="4953"/>
                      <a:pt x="1900" y="5659"/>
                    </a:cubicBezTo>
                    <a:cubicBezTo>
                      <a:pt x="1601" y="6364"/>
                      <a:pt x="1764" y="7313"/>
                      <a:pt x="2361" y="7801"/>
                    </a:cubicBezTo>
                    <a:cubicBezTo>
                      <a:pt x="1276" y="8073"/>
                      <a:pt x="408" y="9022"/>
                      <a:pt x="191" y="10107"/>
                    </a:cubicBezTo>
                    <a:cubicBezTo>
                      <a:pt x="1" y="11192"/>
                      <a:pt x="462" y="12412"/>
                      <a:pt x="1384" y="13063"/>
                    </a:cubicBezTo>
                    <a:cubicBezTo>
                      <a:pt x="1927" y="13443"/>
                      <a:pt x="2551" y="13633"/>
                      <a:pt x="3229" y="13714"/>
                    </a:cubicBezTo>
                    <a:cubicBezTo>
                      <a:pt x="2686" y="12792"/>
                      <a:pt x="2442" y="11680"/>
                      <a:pt x="2632" y="10622"/>
                    </a:cubicBezTo>
                    <a:cubicBezTo>
                      <a:pt x="2876" y="9564"/>
                      <a:pt x="3636" y="8615"/>
                      <a:pt x="4639" y="8290"/>
                    </a:cubicBezTo>
                    <a:cubicBezTo>
                      <a:pt x="3961" y="7639"/>
                      <a:pt x="3798" y="6662"/>
                      <a:pt x="4097" y="5848"/>
                    </a:cubicBezTo>
                    <a:cubicBezTo>
                      <a:pt x="4395" y="5035"/>
                      <a:pt x="5127" y="4411"/>
                      <a:pt x="5941" y="4113"/>
                    </a:cubicBezTo>
                    <a:cubicBezTo>
                      <a:pt x="6438" y="3930"/>
                      <a:pt x="6956" y="3839"/>
                      <a:pt x="7488" y="3839"/>
                    </a:cubicBezTo>
                    <a:cubicBezTo>
                      <a:pt x="7826" y="3839"/>
                      <a:pt x="8170" y="3876"/>
                      <a:pt x="8518" y="3950"/>
                    </a:cubicBezTo>
                    <a:cubicBezTo>
                      <a:pt x="8111" y="3706"/>
                      <a:pt x="7650" y="3462"/>
                      <a:pt x="7324" y="3082"/>
                    </a:cubicBezTo>
                    <a:cubicBezTo>
                      <a:pt x="6972" y="2729"/>
                      <a:pt x="6782" y="2241"/>
                      <a:pt x="6890" y="1780"/>
                    </a:cubicBezTo>
                    <a:cubicBezTo>
                      <a:pt x="6972" y="1265"/>
                      <a:pt x="7433" y="885"/>
                      <a:pt x="7867" y="586"/>
                    </a:cubicBezTo>
                    <a:cubicBezTo>
                      <a:pt x="8138" y="369"/>
                      <a:pt x="8437" y="207"/>
                      <a:pt x="8708" y="44"/>
                    </a:cubicBezTo>
                    <a:cubicBezTo>
                      <a:pt x="8461" y="27"/>
                      <a:pt x="8213" y="1"/>
                      <a:pt x="7960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7" name="Google Shape;1595;p49"/>
              <p:cNvSpPr/>
              <p:nvPr/>
            </p:nvSpPr>
            <p:spPr>
              <a:xfrm rot="8100000">
                <a:off x="8092440" y="2895120"/>
                <a:ext cx="5400" cy="360"/>
              </a:xfrm>
              <a:custGeom>
                <a:avLst/>
                <a:gdLst>
                  <a:gd name="textAreaLeft" fmla="*/ 0 w 5400"/>
                  <a:gd name="textAreaRight" fmla="*/ 5760 w 5400"/>
                  <a:gd name="textAreaTop" fmla="*/ 0 h 360"/>
                  <a:gd name="textAreaBottom" fmla="*/ 720 h 360"/>
                </a:gdLst>
                <a:ahLst/>
                <a:cxnLst/>
                <a:rect l="textAreaLeft" t="textAreaTop" r="textAreaRight" b="textAreaBottom"/>
                <a:pathLst>
                  <a:path w="218" h="1">
                    <a:moveTo>
                      <a:pt x="1" y="1"/>
                    </a:moveTo>
                    <a:lnTo>
                      <a:pt x="218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" bIns="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8" name="Google Shape;1596;p49"/>
              <p:cNvSpPr/>
              <p:nvPr/>
            </p:nvSpPr>
            <p:spPr>
              <a:xfrm rot="8100000">
                <a:off x="8061120" y="2760840"/>
                <a:ext cx="155520" cy="232560"/>
              </a:xfrm>
              <a:custGeom>
                <a:avLst/>
                <a:gdLst>
                  <a:gd name="textAreaLeft" fmla="*/ 0 w 155520"/>
                  <a:gd name="textAreaRight" fmla="*/ 155880 w 155520"/>
                  <a:gd name="textAreaTop" fmla="*/ 0 h 232560"/>
                  <a:gd name="textAreaBottom" fmla="*/ 232920 h 232560"/>
                </a:gdLst>
                <a:ahLst/>
                <a:cxnLst/>
                <a:rect l="textAreaLeft" t="textAreaTop" r="textAreaRight" b="textAreaBottom"/>
                <a:pathLst>
                  <a:path w="5941" h="8871">
                    <a:moveTo>
                      <a:pt x="4476" y="1"/>
                    </a:moveTo>
                    <a:cubicBezTo>
                      <a:pt x="4232" y="1"/>
                      <a:pt x="3960" y="55"/>
                      <a:pt x="3716" y="55"/>
                    </a:cubicBezTo>
                    <a:cubicBezTo>
                      <a:pt x="3065" y="82"/>
                      <a:pt x="2360" y="109"/>
                      <a:pt x="1872" y="516"/>
                    </a:cubicBezTo>
                    <a:cubicBezTo>
                      <a:pt x="1384" y="923"/>
                      <a:pt x="1275" y="1845"/>
                      <a:pt x="1818" y="2171"/>
                    </a:cubicBezTo>
                    <a:cubicBezTo>
                      <a:pt x="1638" y="2068"/>
                      <a:pt x="1423" y="2014"/>
                      <a:pt x="1205" y="2014"/>
                    </a:cubicBezTo>
                    <a:cubicBezTo>
                      <a:pt x="962" y="2014"/>
                      <a:pt x="716" y="2082"/>
                      <a:pt x="516" y="2225"/>
                    </a:cubicBezTo>
                    <a:cubicBezTo>
                      <a:pt x="163" y="2496"/>
                      <a:pt x="0" y="2984"/>
                      <a:pt x="109" y="3445"/>
                    </a:cubicBezTo>
                    <a:cubicBezTo>
                      <a:pt x="353" y="4205"/>
                      <a:pt x="1302" y="4530"/>
                      <a:pt x="2116" y="4666"/>
                    </a:cubicBezTo>
                    <a:cubicBezTo>
                      <a:pt x="2088" y="4663"/>
                      <a:pt x="2061" y="4662"/>
                      <a:pt x="2033" y="4662"/>
                    </a:cubicBezTo>
                    <a:cubicBezTo>
                      <a:pt x="1525" y="4662"/>
                      <a:pt x="1081" y="5128"/>
                      <a:pt x="1004" y="5642"/>
                    </a:cubicBezTo>
                    <a:cubicBezTo>
                      <a:pt x="923" y="6185"/>
                      <a:pt x="1194" y="6727"/>
                      <a:pt x="1601" y="7107"/>
                    </a:cubicBezTo>
                    <a:cubicBezTo>
                      <a:pt x="2035" y="7460"/>
                      <a:pt x="2523" y="7704"/>
                      <a:pt x="3038" y="7921"/>
                    </a:cubicBezTo>
                    <a:cubicBezTo>
                      <a:pt x="3988" y="8273"/>
                      <a:pt x="4964" y="8599"/>
                      <a:pt x="5940" y="8870"/>
                    </a:cubicBezTo>
                    <a:cubicBezTo>
                      <a:pt x="5425" y="8355"/>
                      <a:pt x="4937" y="7812"/>
                      <a:pt x="4449" y="7243"/>
                    </a:cubicBezTo>
                    <a:cubicBezTo>
                      <a:pt x="4150" y="6863"/>
                      <a:pt x="3879" y="6456"/>
                      <a:pt x="3879" y="5968"/>
                    </a:cubicBezTo>
                    <a:cubicBezTo>
                      <a:pt x="3879" y="5561"/>
                      <a:pt x="4177" y="5154"/>
                      <a:pt x="4557" y="5100"/>
                    </a:cubicBezTo>
                    <a:cubicBezTo>
                      <a:pt x="3988" y="5019"/>
                      <a:pt x="3499" y="4449"/>
                      <a:pt x="3581" y="3906"/>
                    </a:cubicBezTo>
                    <a:cubicBezTo>
                      <a:pt x="3627" y="3345"/>
                      <a:pt x="4200" y="2924"/>
                      <a:pt x="4774" y="2924"/>
                    </a:cubicBezTo>
                    <a:cubicBezTo>
                      <a:pt x="4865" y="2924"/>
                      <a:pt x="4956" y="2935"/>
                      <a:pt x="5045" y="2957"/>
                    </a:cubicBezTo>
                    <a:cubicBezTo>
                      <a:pt x="4530" y="2577"/>
                      <a:pt x="4313" y="1981"/>
                      <a:pt x="4286" y="1357"/>
                    </a:cubicBezTo>
                    <a:cubicBezTo>
                      <a:pt x="4232" y="896"/>
                      <a:pt x="4340" y="407"/>
                      <a:pt x="4476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9" name="Google Shape;1597;p49"/>
              <p:cNvSpPr/>
              <p:nvPr/>
            </p:nvSpPr>
            <p:spPr>
              <a:xfrm rot="8100000">
                <a:off x="7525800" y="2577960"/>
                <a:ext cx="181080" cy="106560"/>
              </a:xfrm>
              <a:custGeom>
                <a:avLst/>
                <a:gdLst>
                  <a:gd name="textAreaLeft" fmla="*/ 0 w 181080"/>
                  <a:gd name="textAreaRight" fmla="*/ 181440 w 181080"/>
                  <a:gd name="textAreaTop" fmla="*/ 0 h 106560"/>
                  <a:gd name="textAreaBottom" fmla="*/ 106920 h 106560"/>
                </a:gdLst>
                <a:ahLst/>
                <a:cxnLst/>
                <a:rect l="textAreaLeft" t="textAreaTop" r="textAreaRight" b="textAreaBottom"/>
                <a:pathLst>
                  <a:path w="6917" h="4077">
                    <a:moveTo>
                      <a:pt x="5235" y="0"/>
                    </a:moveTo>
                    <a:cubicBezTo>
                      <a:pt x="3770" y="0"/>
                      <a:pt x="2306" y="380"/>
                      <a:pt x="1112" y="1221"/>
                    </a:cubicBezTo>
                    <a:cubicBezTo>
                      <a:pt x="543" y="1600"/>
                      <a:pt x="0" y="2116"/>
                      <a:pt x="0" y="2875"/>
                    </a:cubicBezTo>
                    <a:cubicBezTo>
                      <a:pt x="0" y="3391"/>
                      <a:pt x="136" y="3716"/>
                      <a:pt x="651" y="3879"/>
                    </a:cubicBezTo>
                    <a:cubicBezTo>
                      <a:pt x="1056" y="4017"/>
                      <a:pt x="1489" y="4077"/>
                      <a:pt x="1928" y="4077"/>
                    </a:cubicBezTo>
                    <a:cubicBezTo>
                      <a:pt x="2785" y="4077"/>
                      <a:pt x="3668" y="3849"/>
                      <a:pt x="4421" y="3526"/>
                    </a:cubicBezTo>
                    <a:cubicBezTo>
                      <a:pt x="5045" y="3255"/>
                      <a:pt x="5669" y="2794"/>
                      <a:pt x="6184" y="2224"/>
                    </a:cubicBezTo>
                    <a:cubicBezTo>
                      <a:pt x="6591" y="1763"/>
                      <a:pt x="6917" y="1058"/>
                      <a:pt x="6618" y="543"/>
                    </a:cubicBezTo>
                    <a:cubicBezTo>
                      <a:pt x="6347" y="81"/>
                      <a:pt x="5778" y="0"/>
                      <a:pt x="5235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0" name="Google Shape;1598;p49"/>
              <p:cNvSpPr/>
              <p:nvPr/>
            </p:nvSpPr>
            <p:spPr>
              <a:xfrm rot="8100000">
                <a:off x="7853040" y="3066120"/>
                <a:ext cx="231840" cy="97920"/>
              </a:xfrm>
              <a:custGeom>
                <a:avLst/>
                <a:gdLst>
                  <a:gd name="textAreaLeft" fmla="*/ 0 w 231840"/>
                  <a:gd name="textAreaRight" fmla="*/ 232200 w 231840"/>
                  <a:gd name="textAreaTop" fmla="*/ 0 h 97920"/>
                  <a:gd name="textAreaBottom" fmla="*/ 98280 h 97920"/>
                </a:gdLst>
                <a:ahLst/>
                <a:cxnLst/>
                <a:rect l="textAreaLeft" t="textAreaTop" r="textAreaRight" b="textAreaBottom"/>
                <a:pathLst>
                  <a:path fill="none" w="8844" h="3745">
                    <a:moveTo>
                      <a:pt x="1" y="1"/>
                    </a:moveTo>
                    <a:cubicBezTo>
                      <a:pt x="3283" y="55"/>
                      <a:pt x="6538" y="1439"/>
                      <a:pt x="8843" y="3744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960" bIns="48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1" name="Google Shape;1599;p49"/>
              <p:cNvSpPr/>
              <p:nvPr/>
            </p:nvSpPr>
            <p:spPr>
              <a:xfrm rot="8100000">
                <a:off x="7772760" y="3147120"/>
                <a:ext cx="18720" cy="3528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fill="none" w="733" h="1357">
                    <a:moveTo>
                      <a:pt x="0" y="0"/>
                    </a:moveTo>
                    <a:cubicBezTo>
                      <a:pt x="245" y="434"/>
                      <a:pt x="516" y="895"/>
                      <a:pt x="733" y="1356"/>
                    </a:cubicBezTo>
                  </a:path>
                </a:pathLst>
              </a:custGeom>
              <a:noFill/>
              <a:ln cap="rnd" w="8125">
                <a:solidFill>
                  <a:srgbClr val="21300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640" bIns="17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1600;p49"/>
              <p:cNvSpPr/>
              <p:nvPr/>
            </p:nvSpPr>
            <p:spPr>
              <a:xfrm rot="8100000">
                <a:off x="7499880" y="2844360"/>
                <a:ext cx="71640" cy="91440"/>
              </a:xfrm>
              <a:custGeom>
                <a:avLst/>
                <a:gdLst>
                  <a:gd name="textAreaLeft" fmla="*/ 0 w 71640"/>
                  <a:gd name="textAreaRight" fmla="*/ 72000 w 7164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fill="none" w="2740" h="3500">
                    <a:moveTo>
                      <a:pt x="0" y="3499"/>
                    </a:moveTo>
                    <a:cubicBezTo>
                      <a:pt x="1221" y="2659"/>
                      <a:pt x="2197" y="1411"/>
                      <a:pt x="2740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3" name="Google Shape;1601;p49"/>
              <p:cNvSpPr/>
              <p:nvPr/>
            </p:nvSpPr>
            <p:spPr>
              <a:xfrm rot="8100000">
                <a:off x="7629480" y="3226680"/>
                <a:ext cx="975240" cy="933480"/>
              </a:xfrm>
              <a:custGeom>
                <a:avLst/>
                <a:gdLst>
                  <a:gd name="textAreaLeft" fmla="*/ 0 w 975240"/>
                  <a:gd name="textAreaRight" fmla="*/ 975600 w 975240"/>
                  <a:gd name="textAreaTop" fmla="*/ 0 h 933480"/>
                  <a:gd name="textAreaBottom" fmla="*/ 933840 h 933480"/>
                </a:gdLst>
                <a:ahLst/>
                <a:cxnLst/>
                <a:rect l="textAreaLeft" t="textAreaTop" r="textAreaRight" b="textAreaBottom"/>
                <a:pathLst>
                  <a:path w="37160" h="35569">
                    <a:moveTo>
                      <a:pt x="27212" y="0"/>
                    </a:moveTo>
                    <a:cubicBezTo>
                      <a:pt x="26438" y="0"/>
                      <a:pt x="25709" y="469"/>
                      <a:pt x="25307" y="1148"/>
                    </a:cubicBezTo>
                    <a:cubicBezTo>
                      <a:pt x="23734" y="3915"/>
                      <a:pt x="19611" y="10967"/>
                      <a:pt x="16139" y="15334"/>
                    </a:cubicBezTo>
                    <a:cubicBezTo>
                      <a:pt x="10443" y="22549"/>
                      <a:pt x="0" y="33534"/>
                      <a:pt x="0" y="33534"/>
                    </a:cubicBezTo>
                    <a:lnTo>
                      <a:pt x="5235" y="35568"/>
                    </a:lnTo>
                    <a:cubicBezTo>
                      <a:pt x="5235" y="35568"/>
                      <a:pt x="13151" y="32719"/>
                      <a:pt x="13810" y="32719"/>
                    </a:cubicBezTo>
                    <a:cubicBezTo>
                      <a:pt x="13819" y="32719"/>
                      <a:pt x="13827" y="32719"/>
                      <a:pt x="13833" y="32720"/>
                    </a:cubicBezTo>
                    <a:cubicBezTo>
                      <a:pt x="13835" y="32721"/>
                      <a:pt x="13838" y="32721"/>
                      <a:pt x="13840" y="32721"/>
                    </a:cubicBezTo>
                    <a:cubicBezTo>
                      <a:pt x="14461" y="32721"/>
                      <a:pt x="24981" y="22739"/>
                      <a:pt x="24981" y="22739"/>
                    </a:cubicBezTo>
                    <a:lnTo>
                      <a:pt x="37160" y="2640"/>
                    </a:lnTo>
                    <a:cubicBezTo>
                      <a:pt x="32413" y="606"/>
                      <a:pt x="29131" y="118"/>
                      <a:pt x="27395" y="9"/>
                    </a:cubicBezTo>
                    <a:cubicBezTo>
                      <a:pt x="27334" y="3"/>
                      <a:pt x="27273" y="0"/>
                      <a:pt x="272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4" name="Google Shape;1602;p49"/>
              <p:cNvSpPr/>
              <p:nvPr/>
            </p:nvSpPr>
            <p:spPr>
              <a:xfrm rot="8100000">
                <a:off x="6854040" y="2976120"/>
                <a:ext cx="1481040" cy="1492920"/>
              </a:xfrm>
              <a:custGeom>
                <a:avLst/>
                <a:gdLst>
                  <a:gd name="textAreaLeft" fmla="*/ 0 w 1481040"/>
                  <a:gd name="textAreaRight" fmla="*/ 1481400 w 1481040"/>
                  <a:gd name="textAreaTop" fmla="*/ 0 h 1492920"/>
                  <a:gd name="textAreaBottom" fmla="*/ 1493280 h 1492920"/>
                </a:gdLst>
                <a:ahLst/>
                <a:cxnLst/>
                <a:rect l="textAreaLeft" t="textAreaTop" r="textAreaRight" b="textAreaBottom"/>
                <a:pathLst>
                  <a:path w="56418" h="56879">
                    <a:moveTo>
                      <a:pt x="31952" y="0"/>
                    </a:moveTo>
                    <a:cubicBezTo>
                      <a:pt x="31952" y="0"/>
                      <a:pt x="22052" y="12233"/>
                      <a:pt x="16139" y="18254"/>
                    </a:cubicBezTo>
                    <a:cubicBezTo>
                      <a:pt x="9439" y="25035"/>
                      <a:pt x="3282" y="30324"/>
                      <a:pt x="0" y="32928"/>
                    </a:cubicBezTo>
                    <a:cubicBezTo>
                      <a:pt x="8625" y="40442"/>
                      <a:pt x="17386" y="51644"/>
                      <a:pt x="21455" y="56879"/>
                    </a:cubicBezTo>
                    <a:cubicBezTo>
                      <a:pt x="24764" y="54492"/>
                      <a:pt x="34339" y="47331"/>
                      <a:pt x="40442" y="42178"/>
                    </a:cubicBezTo>
                    <a:cubicBezTo>
                      <a:pt x="47331" y="36346"/>
                      <a:pt x="52512" y="31599"/>
                      <a:pt x="55143" y="29158"/>
                    </a:cubicBezTo>
                    <a:cubicBezTo>
                      <a:pt x="56228" y="28155"/>
                      <a:pt x="56418" y="26446"/>
                      <a:pt x="55523" y="25279"/>
                    </a:cubicBezTo>
                    <a:cubicBezTo>
                      <a:pt x="48715" y="15949"/>
                      <a:pt x="40849" y="7540"/>
                      <a:pt x="31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5" name="Google Shape;1603;p49"/>
              <p:cNvSpPr/>
              <p:nvPr/>
            </p:nvSpPr>
            <p:spPr>
              <a:xfrm rot="8100000">
                <a:off x="7332120" y="3444840"/>
                <a:ext cx="482400" cy="455040"/>
              </a:xfrm>
              <a:custGeom>
                <a:avLst/>
                <a:gdLst>
                  <a:gd name="textAreaLeft" fmla="*/ 0 w 482400"/>
                  <a:gd name="textAreaRight" fmla="*/ 482760 w 482400"/>
                  <a:gd name="textAreaTop" fmla="*/ 0 h 455040"/>
                  <a:gd name="textAreaBottom" fmla="*/ 455400 h 455040"/>
                </a:gdLst>
                <a:ahLst/>
                <a:cxnLst/>
                <a:rect l="textAreaLeft" t="textAreaTop" r="textAreaRight" b="textAreaBottom"/>
                <a:pathLst>
                  <a:path w="18391" h="17343">
                    <a:moveTo>
                      <a:pt x="9709" y="1"/>
                    </a:moveTo>
                    <a:cubicBezTo>
                      <a:pt x="9493" y="1"/>
                      <a:pt x="9277" y="14"/>
                      <a:pt x="9060" y="40"/>
                    </a:cubicBezTo>
                    <a:cubicBezTo>
                      <a:pt x="6456" y="339"/>
                      <a:pt x="4150" y="2129"/>
                      <a:pt x="2550" y="4082"/>
                    </a:cubicBezTo>
                    <a:cubicBezTo>
                      <a:pt x="895" y="6116"/>
                      <a:pt x="0" y="8883"/>
                      <a:pt x="814" y="11405"/>
                    </a:cubicBezTo>
                    <a:cubicBezTo>
                      <a:pt x="1709" y="14117"/>
                      <a:pt x="4204" y="16125"/>
                      <a:pt x="6890" y="16938"/>
                    </a:cubicBezTo>
                    <a:cubicBezTo>
                      <a:pt x="7777" y="17200"/>
                      <a:pt x="8709" y="17343"/>
                      <a:pt x="9642" y="17343"/>
                    </a:cubicBezTo>
                    <a:cubicBezTo>
                      <a:pt x="9964" y="17343"/>
                      <a:pt x="10286" y="17326"/>
                      <a:pt x="10606" y="17291"/>
                    </a:cubicBezTo>
                    <a:cubicBezTo>
                      <a:pt x="13399" y="16938"/>
                      <a:pt x="16030" y="15121"/>
                      <a:pt x="17197" y="12544"/>
                    </a:cubicBezTo>
                    <a:cubicBezTo>
                      <a:pt x="18390" y="9859"/>
                      <a:pt x="17712" y="6441"/>
                      <a:pt x="16139" y="4055"/>
                    </a:cubicBezTo>
                    <a:cubicBezTo>
                      <a:pt x="14760" y="1923"/>
                      <a:pt x="12338" y="1"/>
                      <a:pt x="97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6" name="Google Shape;1604;p49"/>
              <p:cNvSpPr/>
              <p:nvPr/>
            </p:nvSpPr>
            <p:spPr>
              <a:xfrm rot="8100000">
                <a:off x="7455600" y="3584520"/>
                <a:ext cx="108000" cy="181440"/>
              </a:xfrm>
              <a:custGeom>
                <a:avLst/>
                <a:gdLst>
                  <a:gd name="textAreaLeft" fmla="*/ 0 w 108000"/>
                  <a:gd name="textAreaRight" fmla="*/ 108360 w 108000"/>
                  <a:gd name="textAreaTop" fmla="*/ 0 h 181440"/>
                  <a:gd name="textAreaBottom" fmla="*/ 181800 h 181440"/>
                </a:gdLst>
                <a:ahLst/>
                <a:cxnLst/>
                <a:rect l="textAreaLeft" t="textAreaTop" r="textAreaRight" b="textAreaBottom"/>
                <a:pathLst>
                  <a:path w="4123" h="6927">
                    <a:moveTo>
                      <a:pt x="3716" y="0"/>
                    </a:moveTo>
                    <a:cubicBezTo>
                      <a:pt x="3580" y="0"/>
                      <a:pt x="3445" y="27"/>
                      <a:pt x="3228" y="136"/>
                    </a:cubicBezTo>
                    <a:cubicBezTo>
                      <a:pt x="2089" y="570"/>
                      <a:pt x="1248" y="1546"/>
                      <a:pt x="732" y="2631"/>
                    </a:cubicBezTo>
                    <a:cubicBezTo>
                      <a:pt x="136" y="3960"/>
                      <a:pt x="0" y="5452"/>
                      <a:pt x="54" y="6917"/>
                    </a:cubicBezTo>
                    <a:cubicBezTo>
                      <a:pt x="133" y="6923"/>
                      <a:pt x="211" y="6926"/>
                      <a:pt x="290" y="6926"/>
                    </a:cubicBezTo>
                    <a:cubicBezTo>
                      <a:pt x="1244" y="6926"/>
                      <a:pt x="2194" y="6477"/>
                      <a:pt x="2821" y="5751"/>
                    </a:cubicBezTo>
                    <a:cubicBezTo>
                      <a:pt x="3499" y="4964"/>
                      <a:pt x="3852" y="3987"/>
                      <a:pt x="4041" y="2984"/>
                    </a:cubicBezTo>
                    <a:cubicBezTo>
                      <a:pt x="4123" y="2306"/>
                      <a:pt x="4123" y="1628"/>
                      <a:pt x="4123" y="950"/>
                    </a:cubicBezTo>
                    <a:lnTo>
                      <a:pt x="4123" y="678"/>
                    </a:lnTo>
                    <a:cubicBezTo>
                      <a:pt x="4069" y="733"/>
                      <a:pt x="3987" y="814"/>
                      <a:pt x="3933" y="895"/>
                    </a:cubicBezTo>
                    <a:cubicBezTo>
                      <a:pt x="3689" y="1139"/>
                      <a:pt x="3499" y="1384"/>
                      <a:pt x="3282" y="1655"/>
                    </a:cubicBezTo>
                    <a:cubicBezTo>
                      <a:pt x="2902" y="2224"/>
                      <a:pt x="2712" y="2875"/>
                      <a:pt x="2468" y="3526"/>
                    </a:cubicBezTo>
                    <a:cubicBezTo>
                      <a:pt x="2224" y="4177"/>
                      <a:pt x="1926" y="4801"/>
                      <a:pt x="1410" y="5208"/>
                    </a:cubicBezTo>
                    <a:cubicBezTo>
                      <a:pt x="2034" y="4096"/>
                      <a:pt x="2061" y="2767"/>
                      <a:pt x="2577" y="1628"/>
                    </a:cubicBezTo>
                    <a:cubicBezTo>
                      <a:pt x="2848" y="1004"/>
                      <a:pt x="3255" y="461"/>
                      <a:pt x="3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0720" bIns="90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1605;p49"/>
              <p:cNvSpPr/>
              <p:nvPr/>
            </p:nvSpPr>
            <p:spPr>
              <a:xfrm rot="8100000">
                <a:off x="7542720" y="3589560"/>
                <a:ext cx="138600" cy="67680"/>
              </a:xfrm>
              <a:custGeom>
                <a:avLst/>
                <a:gdLst>
                  <a:gd name="textAreaLeft" fmla="*/ 0 w 138600"/>
                  <a:gd name="textAreaRight" fmla="*/ 138960 w 13860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5290" h="2587">
                    <a:moveTo>
                      <a:pt x="3483" y="1"/>
                    </a:moveTo>
                    <a:cubicBezTo>
                      <a:pt x="3188" y="1"/>
                      <a:pt x="2891" y="40"/>
                      <a:pt x="2604" y="117"/>
                    </a:cubicBezTo>
                    <a:cubicBezTo>
                      <a:pt x="1628" y="333"/>
                      <a:pt x="733" y="930"/>
                      <a:pt x="0" y="1608"/>
                    </a:cubicBezTo>
                    <a:cubicBezTo>
                      <a:pt x="380" y="2205"/>
                      <a:pt x="1085" y="2558"/>
                      <a:pt x="1791" y="2585"/>
                    </a:cubicBezTo>
                    <a:cubicBezTo>
                      <a:pt x="1826" y="2586"/>
                      <a:pt x="1862" y="2587"/>
                      <a:pt x="1898" y="2587"/>
                    </a:cubicBezTo>
                    <a:cubicBezTo>
                      <a:pt x="2570" y="2587"/>
                      <a:pt x="3258" y="2351"/>
                      <a:pt x="3825" y="2042"/>
                    </a:cubicBezTo>
                    <a:cubicBezTo>
                      <a:pt x="4232" y="1798"/>
                      <a:pt x="4611" y="1527"/>
                      <a:pt x="4991" y="1229"/>
                    </a:cubicBezTo>
                    <a:cubicBezTo>
                      <a:pt x="5045" y="1201"/>
                      <a:pt x="5073" y="1120"/>
                      <a:pt x="5127" y="1093"/>
                    </a:cubicBezTo>
                    <a:lnTo>
                      <a:pt x="4910" y="1093"/>
                    </a:lnTo>
                    <a:cubicBezTo>
                      <a:pt x="4666" y="1066"/>
                      <a:pt x="4449" y="1066"/>
                      <a:pt x="4232" y="1066"/>
                    </a:cubicBezTo>
                    <a:cubicBezTo>
                      <a:pt x="3771" y="1093"/>
                      <a:pt x="3309" y="1256"/>
                      <a:pt x="2875" y="1418"/>
                    </a:cubicBezTo>
                    <a:cubicBezTo>
                      <a:pt x="2532" y="1526"/>
                      <a:pt x="2155" y="1633"/>
                      <a:pt x="1785" y="1633"/>
                    </a:cubicBezTo>
                    <a:cubicBezTo>
                      <a:pt x="1687" y="1633"/>
                      <a:pt x="1589" y="1625"/>
                      <a:pt x="1492" y="1608"/>
                    </a:cubicBezTo>
                    <a:cubicBezTo>
                      <a:pt x="2333" y="1473"/>
                      <a:pt x="3092" y="876"/>
                      <a:pt x="3933" y="686"/>
                    </a:cubicBezTo>
                    <a:cubicBezTo>
                      <a:pt x="4199" y="603"/>
                      <a:pt x="4485" y="571"/>
                      <a:pt x="4767" y="571"/>
                    </a:cubicBezTo>
                    <a:cubicBezTo>
                      <a:pt x="4945" y="571"/>
                      <a:pt x="5121" y="584"/>
                      <a:pt x="5290" y="605"/>
                    </a:cubicBezTo>
                    <a:cubicBezTo>
                      <a:pt x="5262" y="550"/>
                      <a:pt x="5154" y="469"/>
                      <a:pt x="5018" y="415"/>
                    </a:cubicBezTo>
                    <a:cubicBezTo>
                      <a:pt x="4562" y="134"/>
                      <a:pt x="4025" y="1"/>
                      <a:pt x="34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1606;p49"/>
              <p:cNvSpPr/>
              <p:nvPr/>
            </p:nvSpPr>
            <p:spPr>
              <a:xfrm rot="8100000">
                <a:off x="8019360" y="4123800"/>
                <a:ext cx="250200" cy="130680"/>
              </a:xfrm>
              <a:custGeom>
                <a:avLst/>
                <a:gdLst>
                  <a:gd name="textAreaLeft" fmla="*/ 0 w 250200"/>
                  <a:gd name="textAreaRight" fmla="*/ 250560 w 250200"/>
                  <a:gd name="textAreaTop" fmla="*/ 0 h 130680"/>
                  <a:gd name="textAreaBottom" fmla="*/ 131040 h 130680"/>
                </a:gdLst>
                <a:ahLst/>
                <a:cxnLst/>
                <a:rect l="textAreaLeft" t="textAreaTop" r="textAreaRight" b="textAreaBottom"/>
                <a:pathLst>
                  <a:path fill="none" w="9549" h="4992">
                    <a:moveTo>
                      <a:pt x="9548" y="1981"/>
                    </a:moveTo>
                    <a:cubicBezTo>
                      <a:pt x="7324" y="2984"/>
                      <a:pt x="5127" y="3961"/>
                      <a:pt x="2876" y="4991"/>
                    </a:cubicBezTo>
                    <a:cubicBezTo>
                      <a:pt x="2008" y="3120"/>
                      <a:pt x="869" y="1872"/>
                      <a:pt x="1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1607;p49"/>
              <p:cNvSpPr/>
              <p:nvPr/>
            </p:nvSpPr>
            <p:spPr>
              <a:xfrm rot="8100000">
                <a:off x="7807320" y="3318840"/>
                <a:ext cx="626400" cy="665640"/>
              </a:xfrm>
              <a:custGeom>
                <a:avLst/>
                <a:gdLst>
                  <a:gd name="textAreaLeft" fmla="*/ 0 w 626400"/>
                  <a:gd name="textAreaRight" fmla="*/ 626760 w 626400"/>
                  <a:gd name="textAreaTop" fmla="*/ 0 h 665640"/>
                  <a:gd name="textAreaBottom" fmla="*/ 666000 h 665640"/>
                </a:gdLst>
                <a:ahLst/>
                <a:cxnLst/>
                <a:rect l="textAreaLeft" t="textAreaTop" r="textAreaRight" b="textAreaBottom"/>
                <a:pathLst>
                  <a:path fill="none" w="23870" h="25361">
                    <a:moveTo>
                      <a:pt x="23870" y="0"/>
                    </a:moveTo>
                    <a:cubicBezTo>
                      <a:pt x="17089" y="9222"/>
                      <a:pt x="8898" y="18119"/>
                      <a:pt x="1" y="2536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1608;p49"/>
              <p:cNvSpPr/>
              <p:nvPr/>
            </p:nvSpPr>
            <p:spPr>
              <a:xfrm rot="8100000">
                <a:off x="8060760" y="3081960"/>
                <a:ext cx="113760" cy="8424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fill="none" w="4341" h="3229">
                    <a:moveTo>
                      <a:pt x="4341" y="3229"/>
                    </a:moveTo>
                    <a:lnTo>
                      <a:pt x="4341" y="1"/>
                    </a:lnTo>
                    <a:cubicBezTo>
                      <a:pt x="2876" y="516"/>
                      <a:pt x="1466" y="1031"/>
                      <a:pt x="1" y="1547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1" name="Google Shape;1609;p49"/>
              <p:cNvSpPr/>
              <p:nvPr/>
            </p:nvSpPr>
            <p:spPr>
              <a:xfrm rot="8100000">
                <a:off x="7749360" y="3545640"/>
                <a:ext cx="426240" cy="426960"/>
              </a:xfrm>
              <a:custGeom>
                <a:avLst/>
                <a:gdLst>
                  <a:gd name="textAreaLeft" fmla="*/ 0 w 426240"/>
                  <a:gd name="textAreaRight" fmla="*/ 426600 w 42624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fill="none" w="16249" h="16275">
                    <a:moveTo>
                      <a:pt x="1" y="16274"/>
                    </a:moveTo>
                    <a:cubicBezTo>
                      <a:pt x="5887" y="11392"/>
                      <a:pt x="11366" y="5940"/>
                      <a:pt x="16248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2" name="Google Shape;1610;p49"/>
              <p:cNvSpPr/>
              <p:nvPr/>
            </p:nvSpPr>
            <p:spPr>
              <a:xfrm rot="8100000">
                <a:off x="7949880" y="4106880"/>
                <a:ext cx="31680" cy="352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fill="none" w="1222" h="1357">
                    <a:moveTo>
                      <a:pt x="1" y="1357"/>
                    </a:moveTo>
                    <a:cubicBezTo>
                      <a:pt x="408" y="896"/>
                      <a:pt x="815" y="435"/>
                      <a:pt x="1221" y="1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640" bIns="17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1611;p49"/>
              <p:cNvSpPr/>
              <p:nvPr/>
            </p:nvSpPr>
            <p:spPr>
              <a:xfrm rot="8100000">
                <a:off x="7495200" y="4192200"/>
                <a:ext cx="188280" cy="199800"/>
              </a:xfrm>
              <a:custGeom>
                <a:avLst/>
                <a:gdLst>
                  <a:gd name="textAreaLeft" fmla="*/ 0 w 188280"/>
                  <a:gd name="textAreaRight" fmla="*/ 188640 w 188280"/>
                  <a:gd name="textAreaTop" fmla="*/ 0 h 199800"/>
                  <a:gd name="textAreaBottom" fmla="*/ 200160 h 199800"/>
                </a:gdLst>
                <a:ahLst/>
                <a:cxnLst/>
                <a:rect l="textAreaLeft" t="textAreaTop" r="textAreaRight" b="textAreaBottom"/>
                <a:pathLst>
                  <a:path fill="none" w="7188" h="7622">
                    <a:moveTo>
                      <a:pt x="7188" y="7622"/>
                    </a:moveTo>
                    <a:cubicBezTo>
                      <a:pt x="5235" y="4747"/>
                      <a:pt x="2794" y="2143"/>
                      <a:pt x="0" y="0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1612;p49"/>
              <p:cNvSpPr/>
              <p:nvPr/>
            </p:nvSpPr>
            <p:spPr>
              <a:xfrm rot="8100000">
                <a:off x="7527600" y="3714480"/>
                <a:ext cx="301680" cy="110880"/>
              </a:xfrm>
              <a:custGeom>
                <a:avLst/>
                <a:gdLst>
                  <a:gd name="textAreaLeft" fmla="*/ 0 w 301680"/>
                  <a:gd name="textAreaRight" fmla="*/ 302040 w 301680"/>
                  <a:gd name="textAreaTop" fmla="*/ 0 h 110880"/>
                  <a:gd name="textAreaBottom" fmla="*/ 111240 h 110880"/>
                </a:gdLst>
                <a:ahLst/>
                <a:cxnLst/>
                <a:rect l="textAreaLeft" t="textAreaTop" r="textAreaRight" b="textAreaBottom"/>
                <a:pathLst>
                  <a:path fill="none" w="11501" h="4232">
                    <a:moveTo>
                      <a:pt x="0" y="4231"/>
                    </a:moveTo>
                    <a:cubicBezTo>
                      <a:pt x="922" y="2034"/>
                      <a:pt x="3092" y="488"/>
                      <a:pt x="5398" y="244"/>
                    </a:cubicBezTo>
                    <a:cubicBezTo>
                      <a:pt x="7730" y="0"/>
                      <a:pt x="10144" y="1139"/>
                      <a:pt x="11501" y="3065"/>
                    </a:cubicBezTo>
                  </a:path>
                </a:pathLst>
              </a:custGeom>
              <a:noFill/>
              <a:ln cap="rnd" w="8125">
                <a:solidFill>
                  <a:srgbClr val="17350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440" bIns="55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1613;p49"/>
              <p:cNvSpPr/>
              <p:nvPr/>
            </p:nvSpPr>
            <p:spPr>
              <a:xfrm rot="8100000">
                <a:off x="7077960" y="3222720"/>
                <a:ext cx="370800" cy="303480"/>
              </a:xfrm>
              <a:custGeom>
                <a:avLst/>
                <a:gdLst>
                  <a:gd name="textAreaLeft" fmla="*/ 0 w 370800"/>
                  <a:gd name="textAreaRight" fmla="*/ 371160 w 370800"/>
                  <a:gd name="textAreaTop" fmla="*/ 0 h 303480"/>
                  <a:gd name="textAreaBottom" fmla="*/ 303840 h 303480"/>
                </a:gdLst>
                <a:ahLst/>
                <a:cxnLst/>
                <a:rect l="textAreaLeft" t="textAreaTop" r="textAreaRight" b="textAreaBottom"/>
                <a:pathLst>
                  <a:path w="14132" h="11573">
                    <a:moveTo>
                      <a:pt x="11532" y="0"/>
                    </a:moveTo>
                    <a:cubicBezTo>
                      <a:pt x="10876" y="0"/>
                      <a:pt x="10210" y="190"/>
                      <a:pt x="9629" y="448"/>
                    </a:cubicBezTo>
                    <a:cubicBezTo>
                      <a:pt x="6781" y="1560"/>
                      <a:pt x="4476" y="3649"/>
                      <a:pt x="2252" y="5737"/>
                    </a:cubicBezTo>
                    <a:cubicBezTo>
                      <a:pt x="1194" y="6686"/>
                      <a:pt x="28" y="7799"/>
                      <a:pt x="0" y="9317"/>
                    </a:cubicBezTo>
                    <a:cubicBezTo>
                      <a:pt x="0" y="10402"/>
                      <a:pt x="624" y="11189"/>
                      <a:pt x="1628" y="11460"/>
                    </a:cubicBezTo>
                    <a:cubicBezTo>
                      <a:pt x="1930" y="11537"/>
                      <a:pt x="2233" y="11573"/>
                      <a:pt x="2537" y="11573"/>
                    </a:cubicBezTo>
                    <a:cubicBezTo>
                      <a:pt x="4909" y="11573"/>
                      <a:pt x="7292" y="9416"/>
                      <a:pt x="8951" y="8070"/>
                    </a:cubicBezTo>
                    <a:cubicBezTo>
                      <a:pt x="10335" y="6958"/>
                      <a:pt x="11664" y="5656"/>
                      <a:pt x="12830" y="4245"/>
                    </a:cubicBezTo>
                    <a:cubicBezTo>
                      <a:pt x="13454" y="3459"/>
                      <a:pt x="14132" y="2482"/>
                      <a:pt x="13861" y="1479"/>
                    </a:cubicBezTo>
                    <a:cubicBezTo>
                      <a:pt x="13671" y="665"/>
                      <a:pt x="12857" y="177"/>
                      <a:pt x="12043" y="41"/>
                    </a:cubicBezTo>
                    <a:cubicBezTo>
                      <a:pt x="11875" y="13"/>
                      <a:pt x="11704" y="0"/>
                      <a:pt x="11532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536" name="Google Shape;1614;p49"/>
            <p:cNvSpPr/>
            <p:nvPr/>
          </p:nvSpPr>
          <p:spPr>
            <a:xfrm flipH="1">
              <a:off x="7700400" y="2077200"/>
              <a:ext cx="232200" cy="234360"/>
            </a:xfrm>
            <a:custGeom>
              <a:avLst/>
              <a:gdLst>
                <a:gd name="textAreaLeft" fmla="*/ -360 w 232200"/>
                <a:gd name="textAreaRight" fmla="*/ 232200 w 232200"/>
                <a:gd name="textAreaTop" fmla="*/ 0 h 234360"/>
                <a:gd name="textAreaBottom" fmla="*/ 234720 h 234360"/>
              </a:gdLst>
              <a:ahLst/>
              <a:cxnLst/>
              <a:rect l="textAreaLeft" t="textAreaTop" r="textAreaRight" b="textAreaBottom"/>
              <a:pathLst>
                <a:path fill="none" w="8726" h="8809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cap="rnd" w="9525">
              <a:solidFill>
                <a:srgbClr val="1735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37" name="Google Shape;1615;p49"/>
            <p:cNvGrpSpPr/>
            <p:nvPr/>
          </p:nvGrpSpPr>
          <p:grpSpPr>
            <a:xfrm>
              <a:off x="5947200" y="2077560"/>
              <a:ext cx="403200" cy="306720"/>
              <a:chOff x="5947200" y="2077560"/>
              <a:chExt cx="403200" cy="306720"/>
            </a:xfrm>
          </p:grpSpPr>
          <p:sp>
            <p:nvSpPr>
              <p:cNvPr id="538" name="Google Shape;1616;p49"/>
              <p:cNvSpPr/>
              <p:nvPr/>
            </p:nvSpPr>
            <p:spPr>
              <a:xfrm rot="876600">
                <a:off x="5969880" y="2118960"/>
                <a:ext cx="357840" cy="223560"/>
              </a:xfrm>
              <a:custGeom>
                <a:avLst/>
                <a:gdLst>
                  <a:gd name="textAreaLeft" fmla="*/ 0 w 357840"/>
                  <a:gd name="textAreaRight" fmla="*/ 358200 w 357840"/>
                  <a:gd name="textAreaTop" fmla="*/ 0 h 223560"/>
                  <a:gd name="textAreaBottom" fmla="*/ 223920 h 22356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9" name="Google Shape;1617;p49"/>
              <p:cNvSpPr/>
              <p:nvPr/>
            </p:nvSpPr>
            <p:spPr>
              <a:xfrm rot="876600">
                <a:off x="5969160" y="2120760"/>
                <a:ext cx="350280" cy="219600"/>
              </a:xfrm>
              <a:custGeom>
                <a:avLst/>
                <a:gdLst>
                  <a:gd name="textAreaLeft" fmla="*/ 0 w 350280"/>
                  <a:gd name="textAreaRight" fmla="*/ 350640 w 350280"/>
                  <a:gd name="textAreaTop" fmla="*/ 0 h 219600"/>
                  <a:gd name="textAreaBottom" fmla="*/ 219960 h 21960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0" name="Google Shape;1618;p49"/>
            <p:cNvGrpSpPr/>
            <p:nvPr/>
          </p:nvGrpSpPr>
          <p:grpSpPr>
            <a:xfrm>
              <a:off x="5329440" y="2556360"/>
              <a:ext cx="2371320" cy="1883160"/>
              <a:chOff x="5329440" y="2556360"/>
              <a:chExt cx="2371320" cy="1883160"/>
            </a:xfrm>
          </p:grpSpPr>
          <p:grpSp>
            <p:nvGrpSpPr>
              <p:cNvPr id="541" name="Google Shape;1619;p49"/>
              <p:cNvGrpSpPr/>
              <p:nvPr/>
            </p:nvGrpSpPr>
            <p:grpSpPr>
              <a:xfrm>
                <a:off x="5329440" y="2556360"/>
                <a:ext cx="2371320" cy="1883160"/>
                <a:chOff x="5329440" y="2556360"/>
                <a:chExt cx="2371320" cy="1883160"/>
              </a:xfrm>
            </p:grpSpPr>
            <p:grpSp>
              <p:nvGrpSpPr>
                <p:cNvPr id="542" name="Google Shape;1620;p49"/>
                <p:cNvGrpSpPr/>
                <p:nvPr/>
              </p:nvGrpSpPr>
              <p:grpSpPr>
                <a:xfrm>
                  <a:off x="5329440" y="2884320"/>
                  <a:ext cx="2371320" cy="1555200"/>
                  <a:chOff x="5329440" y="2884320"/>
                  <a:chExt cx="2371320" cy="1555200"/>
                </a:xfrm>
              </p:grpSpPr>
              <p:sp>
                <p:nvSpPr>
                  <p:cNvPr id="543" name="Google Shape;1621;p49"/>
                  <p:cNvSpPr/>
                  <p:nvPr/>
                </p:nvSpPr>
                <p:spPr>
                  <a:xfrm>
                    <a:off x="7209000" y="4043880"/>
                    <a:ext cx="491760" cy="393120"/>
                  </a:xfrm>
                  <a:custGeom>
                    <a:avLst/>
                    <a:gdLst>
                      <a:gd name="textAreaLeft" fmla="*/ 0 w 491760"/>
                      <a:gd name="textAreaRight" fmla="*/ 492120 w 491760"/>
                      <a:gd name="textAreaTop" fmla="*/ 0 h 393120"/>
                      <a:gd name="textAreaBottom" fmla="*/ 393480 h 393120"/>
                    </a:gdLst>
                    <a:ahLst/>
                    <a:cxnLst/>
                    <a:rect l="textAreaLeft" t="textAreaTop" r="textAreaRight" b="textAreaBottom"/>
                    <a:pathLst>
                      <a:path w="18391" h="14707">
                        <a:moveTo>
                          <a:pt x="9777" y="0"/>
                        </a:moveTo>
                        <a:cubicBezTo>
                          <a:pt x="7396" y="0"/>
                          <a:pt x="4978" y="630"/>
                          <a:pt x="3120" y="2129"/>
                        </a:cubicBezTo>
                        <a:cubicBezTo>
                          <a:pt x="1167" y="3730"/>
                          <a:pt x="0" y="6388"/>
                          <a:pt x="543" y="8829"/>
                        </a:cubicBezTo>
                        <a:cubicBezTo>
                          <a:pt x="1031" y="10890"/>
                          <a:pt x="2604" y="12545"/>
                          <a:pt x="4476" y="13575"/>
                        </a:cubicBezTo>
                        <a:cubicBezTo>
                          <a:pt x="5905" y="14335"/>
                          <a:pt x="7470" y="14706"/>
                          <a:pt x="9004" y="14706"/>
                        </a:cubicBezTo>
                        <a:cubicBezTo>
                          <a:pt x="12562" y="14706"/>
                          <a:pt x="15951" y="12709"/>
                          <a:pt x="17088" y="8937"/>
                        </a:cubicBezTo>
                        <a:cubicBezTo>
                          <a:pt x="18390" y="4679"/>
                          <a:pt x="16817" y="1071"/>
                          <a:pt x="12287" y="231"/>
                        </a:cubicBezTo>
                        <a:cubicBezTo>
                          <a:pt x="11474" y="81"/>
                          <a:pt x="10628" y="0"/>
                          <a:pt x="97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44" name="Google Shape;1622;p49"/>
                  <p:cNvSpPr/>
                  <p:nvPr/>
                </p:nvSpPr>
                <p:spPr>
                  <a:xfrm>
                    <a:off x="7402680" y="3987720"/>
                    <a:ext cx="190440" cy="162360"/>
                  </a:xfrm>
                  <a:custGeom>
                    <a:avLst/>
                    <a:gdLst>
                      <a:gd name="textAreaLeft" fmla="*/ 0 w 190440"/>
                      <a:gd name="textAreaRight" fmla="*/ 190800 w 190440"/>
                      <a:gd name="textAreaTop" fmla="*/ 0 h 162360"/>
                      <a:gd name="textAreaBottom" fmla="*/ 162720 h 162360"/>
                    </a:gdLst>
                    <a:ahLst/>
                    <a:cxnLst/>
                    <a:rect l="textAreaLeft" t="textAreaTop" r="textAreaRight" b="textAreaBottom"/>
                    <a:pathLst>
                      <a:path w="7134" h="6083">
                        <a:moveTo>
                          <a:pt x="1980" y="1"/>
                        </a:moveTo>
                        <a:lnTo>
                          <a:pt x="1980" y="1"/>
                        </a:lnTo>
                        <a:cubicBezTo>
                          <a:pt x="2387" y="652"/>
                          <a:pt x="2523" y="1466"/>
                          <a:pt x="2360" y="2198"/>
                        </a:cubicBezTo>
                        <a:cubicBezTo>
                          <a:pt x="1682" y="1628"/>
                          <a:pt x="868" y="1249"/>
                          <a:pt x="0" y="1086"/>
                        </a:cubicBezTo>
                        <a:lnTo>
                          <a:pt x="0" y="1086"/>
                        </a:lnTo>
                        <a:cubicBezTo>
                          <a:pt x="0" y="1628"/>
                          <a:pt x="245" y="2198"/>
                          <a:pt x="651" y="2578"/>
                        </a:cubicBezTo>
                        <a:cubicBezTo>
                          <a:pt x="1058" y="2985"/>
                          <a:pt x="1601" y="3201"/>
                          <a:pt x="2143" y="3201"/>
                        </a:cubicBezTo>
                        <a:cubicBezTo>
                          <a:pt x="1465" y="3608"/>
                          <a:pt x="977" y="4341"/>
                          <a:pt x="895" y="5154"/>
                        </a:cubicBezTo>
                        <a:cubicBezTo>
                          <a:pt x="1086" y="5229"/>
                          <a:pt x="1291" y="5265"/>
                          <a:pt x="1497" y="5265"/>
                        </a:cubicBezTo>
                        <a:cubicBezTo>
                          <a:pt x="2110" y="5265"/>
                          <a:pt x="2734" y="4950"/>
                          <a:pt x="3038" y="4422"/>
                        </a:cubicBezTo>
                        <a:cubicBezTo>
                          <a:pt x="3174" y="5019"/>
                          <a:pt x="3527" y="5561"/>
                          <a:pt x="4042" y="5941"/>
                        </a:cubicBezTo>
                        <a:cubicBezTo>
                          <a:pt x="4139" y="6019"/>
                          <a:pt x="4292" y="6083"/>
                          <a:pt x="4421" y="6083"/>
                        </a:cubicBezTo>
                        <a:cubicBezTo>
                          <a:pt x="4472" y="6083"/>
                          <a:pt x="4519" y="6073"/>
                          <a:pt x="4557" y="6049"/>
                        </a:cubicBezTo>
                        <a:cubicBezTo>
                          <a:pt x="4693" y="5968"/>
                          <a:pt x="4720" y="5805"/>
                          <a:pt x="4720" y="5643"/>
                        </a:cubicBezTo>
                        <a:cubicBezTo>
                          <a:pt x="4747" y="5100"/>
                          <a:pt x="4611" y="4558"/>
                          <a:pt x="4313" y="4069"/>
                        </a:cubicBezTo>
                        <a:lnTo>
                          <a:pt x="4313" y="4069"/>
                        </a:lnTo>
                        <a:cubicBezTo>
                          <a:pt x="4527" y="4114"/>
                          <a:pt x="4743" y="4136"/>
                          <a:pt x="4958" y="4136"/>
                        </a:cubicBezTo>
                        <a:cubicBezTo>
                          <a:pt x="5778" y="4136"/>
                          <a:pt x="6575" y="3820"/>
                          <a:pt x="7134" y="3283"/>
                        </a:cubicBezTo>
                        <a:cubicBezTo>
                          <a:pt x="6293" y="3201"/>
                          <a:pt x="5452" y="3066"/>
                          <a:pt x="4584" y="2957"/>
                        </a:cubicBezTo>
                        <a:cubicBezTo>
                          <a:pt x="5073" y="2171"/>
                          <a:pt x="5127" y="1194"/>
                          <a:pt x="4801" y="353"/>
                        </a:cubicBezTo>
                        <a:lnTo>
                          <a:pt x="4801" y="353"/>
                        </a:lnTo>
                        <a:cubicBezTo>
                          <a:pt x="4313" y="625"/>
                          <a:pt x="3906" y="977"/>
                          <a:pt x="3608" y="1438"/>
                        </a:cubicBezTo>
                        <a:cubicBezTo>
                          <a:pt x="3418" y="706"/>
                          <a:pt x="2767" y="109"/>
                          <a:pt x="198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81360" bIns="813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45" name="Google Shape;1623;p49"/>
                  <p:cNvSpPr/>
                  <p:nvPr/>
                </p:nvSpPr>
                <p:spPr>
                  <a:xfrm>
                    <a:off x="7266240" y="4097880"/>
                    <a:ext cx="162360" cy="198360"/>
                  </a:xfrm>
                  <a:custGeom>
                    <a:avLst/>
                    <a:gdLst>
                      <a:gd name="textAreaLeft" fmla="*/ 0 w 162360"/>
                      <a:gd name="textAreaRight" fmla="*/ 162720 w 162360"/>
                      <a:gd name="textAreaTop" fmla="*/ 0 h 198360"/>
                      <a:gd name="textAreaBottom" fmla="*/ 198720 h 198360"/>
                    </a:gdLst>
                    <a:ahLst/>
                    <a:cxnLst/>
                    <a:rect l="textAreaLeft" t="textAreaTop" r="textAreaRight" b="textAreaBottom"/>
                    <a:pathLst>
                      <a:path w="6076" h="7432">
                        <a:moveTo>
                          <a:pt x="3312" y="1"/>
                        </a:moveTo>
                        <a:cubicBezTo>
                          <a:pt x="2158" y="1"/>
                          <a:pt x="1097" y="1182"/>
                          <a:pt x="597" y="2204"/>
                        </a:cubicBezTo>
                        <a:cubicBezTo>
                          <a:pt x="136" y="3180"/>
                          <a:pt x="0" y="4374"/>
                          <a:pt x="190" y="5459"/>
                        </a:cubicBezTo>
                        <a:cubicBezTo>
                          <a:pt x="380" y="6272"/>
                          <a:pt x="814" y="7086"/>
                          <a:pt x="1573" y="7357"/>
                        </a:cubicBezTo>
                        <a:cubicBezTo>
                          <a:pt x="1739" y="7408"/>
                          <a:pt x="1908" y="7431"/>
                          <a:pt x="2076" y="7431"/>
                        </a:cubicBezTo>
                        <a:cubicBezTo>
                          <a:pt x="2543" y="7431"/>
                          <a:pt x="3005" y="7249"/>
                          <a:pt x="3363" y="6950"/>
                        </a:cubicBezTo>
                        <a:cubicBezTo>
                          <a:pt x="3852" y="6571"/>
                          <a:pt x="4204" y="6001"/>
                          <a:pt x="4503" y="5459"/>
                        </a:cubicBezTo>
                        <a:cubicBezTo>
                          <a:pt x="5316" y="3967"/>
                          <a:pt x="6076" y="1580"/>
                          <a:pt x="4367" y="359"/>
                        </a:cubicBezTo>
                        <a:cubicBezTo>
                          <a:pt x="4015" y="108"/>
                          <a:pt x="3659" y="1"/>
                          <a:pt x="3312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46" name="Google Shape;1624;p49"/>
                  <p:cNvSpPr/>
                  <p:nvPr/>
                </p:nvSpPr>
                <p:spPr>
                  <a:xfrm>
                    <a:off x="7537680" y="4197600"/>
                    <a:ext cx="83160" cy="159120"/>
                  </a:xfrm>
                  <a:custGeom>
                    <a:avLst/>
                    <a:gdLst>
                      <a:gd name="textAreaLeft" fmla="*/ 0 w 83160"/>
                      <a:gd name="textAreaRight" fmla="*/ 83520 w 83160"/>
                      <a:gd name="textAreaTop" fmla="*/ 0 h 159120"/>
                      <a:gd name="textAreaBottom" fmla="*/ 159480 h 159120"/>
                    </a:gdLst>
                    <a:ahLst/>
                    <a:cxnLst/>
                    <a:rect l="textAreaLeft" t="textAreaTop" r="textAreaRight" b="textAreaBottom"/>
                    <a:pathLst>
                      <a:path fill="none" w="3120" h="5968">
                        <a:moveTo>
                          <a:pt x="2876" y="1"/>
                        </a:moveTo>
                        <a:cubicBezTo>
                          <a:pt x="3120" y="1140"/>
                          <a:pt x="2930" y="2415"/>
                          <a:pt x="2442" y="3445"/>
                        </a:cubicBezTo>
                        <a:cubicBezTo>
                          <a:pt x="1926" y="4530"/>
                          <a:pt x="1031" y="5425"/>
                          <a:pt x="0" y="5968"/>
                        </a:cubicBezTo>
                      </a:path>
                    </a:pathLst>
                  </a:custGeom>
                  <a:noFill/>
                  <a:ln cap="rnd" w="16275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9560" bIns="795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47" name="Google Shape;1625;p49"/>
                  <p:cNvSpPr/>
                  <p:nvPr/>
                </p:nvSpPr>
                <p:spPr>
                  <a:xfrm>
                    <a:off x="7476840" y="4376520"/>
                    <a:ext cx="11880" cy="2520"/>
                  </a:xfrm>
                  <a:custGeom>
                    <a:avLst/>
                    <a:gdLst>
                      <a:gd name="textAreaLeft" fmla="*/ 0 w 11880"/>
                      <a:gd name="textAreaRight" fmla="*/ 12240 w 11880"/>
                      <a:gd name="textAreaTop" fmla="*/ 0 h 2520"/>
                      <a:gd name="textAreaBottom" fmla="*/ 2880 h 2520"/>
                    </a:gdLst>
                    <a:ahLst/>
                    <a:cxnLst/>
                    <a:rect l="textAreaLeft" t="textAreaTop" r="textAreaRight" b="textAreaBottom"/>
                    <a:pathLst>
                      <a:path fill="none" w="462" h="109">
                        <a:moveTo>
                          <a:pt x="461" y="0"/>
                        </a:moveTo>
                        <a:cubicBezTo>
                          <a:pt x="298" y="54"/>
                          <a:pt x="163" y="82"/>
                          <a:pt x="0" y="109"/>
                        </a:cubicBezTo>
                      </a:path>
                    </a:pathLst>
                  </a:custGeom>
                  <a:noFill/>
                  <a:ln cap="rnd" w="16275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1440" bIns="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48" name="Google Shape;1626;p49"/>
                  <p:cNvSpPr/>
                  <p:nvPr/>
                </p:nvSpPr>
                <p:spPr>
                  <a:xfrm>
                    <a:off x="6118920" y="3528000"/>
                    <a:ext cx="48240" cy="33120"/>
                  </a:xfrm>
                  <a:custGeom>
                    <a:avLst/>
                    <a:gdLst>
                      <a:gd name="textAreaLeft" fmla="*/ 0 w 48240"/>
                      <a:gd name="textAreaRight" fmla="*/ 48600 w 48240"/>
                      <a:gd name="textAreaTop" fmla="*/ 0 h 33120"/>
                      <a:gd name="textAreaBottom" fmla="*/ 33480 h 33120"/>
                    </a:gdLst>
                    <a:ahLst/>
                    <a:cxnLst/>
                    <a:rect l="textAreaLeft" t="textAreaTop" r="textAreaRight" b="textAreaBottom"/>
                    <a:pathLst>
                      <a:path fill="none" w="1818" h="1248">
                        <a:moveTo>
                          <a:pt x="1818" y="0"/>
                        </a:moveTo>
                        <a:cubicBezTo>
                          <a:pt x="1411" y="624"/>
                          <a:pt x="733" y="1085"/>
                          <a:pt x="1" y="1248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21300a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16560" bIns="165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49" name="Google Shape;1627;p49"/>
                  <p:cNvSpPr/>
                  <p:nvPr/>
                </p:nvSpPr>
                <p:spPr>
                  <a:xfrm>
                    <a:off x="6158160" y="3541680"/>
                    <a:ext cx="10440" cy="72360"/>
                  </a:xfrm>
                  <a:custGeom>
                    <a:avLst/>
                    <a:gdLst>
                      <a:gd name="textAreaLeft" fmla="*/ 0 w 10440"/>
                      <a:gd name="textAreaRight" fmla="*/ 10800 w 10440"/>
                      <a:gd name="textAreaTop" fmla="*/ 0 h 72360"/>
                      <a:gd name="textAreaBottom" fmla="*/ 72720 h 72360"/>
                    </a:gdLst>
                    <a:ahLst/>
                    <a:cxnLst/>
                    <a:rect l="textAreaLeft" t="textAreaTop" r="textAreaRight" b="textAreaBottom"/>
                    <a:pathLst>
                      <a:path fill="none" w="408" h="2713">
                        <a:moveTo>
                          <a:pt x="407" y="1"/>
                        </a:moveTo>
                        <a:cubicBezTo>
                          <a:pt x="82" y="841"/>
                          <a:pt x="0" y="1791"/>
                          <a:pt x="163" y="2713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21300a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36360" bIns="363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0" name="Google Shape;1628;p49"/>
                  <p:cNvSpPr/>
                  <p:nvPr/>
                </p:nvSpPr>
                <p:spPr>
                  <a:xfrm>
                    <a:off x="6183000" y="3539520"/>
                    <a:ext cx="11880" cy="45360"/>
                  </a:xfrm>
                  <a:custGeom>
                    <a:avLst/>
                    <a:gdLst>
                      <a:gd name="textAreaLeft" fmla="*/ 0 w 11880"/>
                      <a:gd name="textAreaRight" fmla="*/ 12240 w 1188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fill="none" w="462" h="1710">
                        <a:moveTo>
                          <a:pt x="55" y="0"/>
                        </a:moveTo>
                        <a:cubicBezTo>
                          <a:pt x="1" y="624"/>
                          <a:pt x="136" y="1221"/>
                          <a:pt x="462" y="1709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21300a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22680" bIns="2268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1" name="Google Shape;1629;p49"/>
                  <p:cNvSpPr/>
                  <p:nvPr/>
                </p:nvSpPr>
                <p:spPr>
                  <a:xfrm>
                    <a:off x="6118200" y="3151440"/>
                    <a:ext cx="216720" cy="410760"/>
                  </a:xfrm>
                  <a:custGeom>
                    <a:avLst/>
                    <a:gdLst>
                      <a:gd name="textAreaLeft" fmla="*/ 0 w 216720"/>
                      <a:gd name="textAreaRight" fmla="*/ 217080 w 216720"/>
                      <a:gd name="textAreaTop" fmla="*/ 0 h 410760"/>
                      <a:gd name="textAreaBottom" fmla="*/ 411120 h 410760"/>
                    </a:gdLst>
                    <a:ahLst/>
                    <a:cxnLst/>
                    <a:rect l="textAreaLeft" t="textAreaTop" r="textAreaRight" b="textAreaBottom"/>
                    <a:pathLst>
                      <a:path w="8111" h="15371">
                        <a:moveTo>
                          <a:pt x="5263" y="0"/>
                        </a:moveTo>
                        <a:cubicBezTo>
                          <a:pt x="5263" y="0"/>
                          <a:pt x="3879" y="5343"/>
                          <a:pt x="2876" y="8137"/>
                        </a:cubicBezTo>
                        <a:cubicBezTo>
                          <a:pt x="1899" y="10985"/>
                          <a:pt x="1" y="12884"/>
                          <a:pt x="570" y="14213"/>
                        </a:cubicBezTo>
                        <a:cubicBezTo>
                          <a:pt x="895" y="14937"/>
                          <a:pt x="1671" y="15371"/>
                          <a:pt x="2384" y="15371"/>
                        </a:cubicBezTo>
                        <a:cubicBezTo>
                          <a:pt x="2981" y="15371"/>
                          <a:pt x="3534" y="15067"/>
                          <a:pt x="3744" y="14376"/>
                        </a:cubicBezTo>
                        <a:cubicBezTo>
                          <a:pt x="4178" y="12857"/>
                          <a:pt x="5290" y="8083"/>
                          <a:pt x="5778" y="6727"/>
                        </a:cubicBezTo>
                        <a:cubicBezTo>
                          <a:pt x="6266" y="5371"/>
                          <a:pt x="8111" y="949"/>
                          <a:pt x="8111" y="949"/>
                        </a:cubicBezTo>
                        <a:lnTo>
                          <a:pt x="526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2" name="Google Shape;1630;p49"/>
                  <p:cNvSpPr/>
                  <p:nvPr/>
                </p:nvSpPr>
                <p:spPr>
                  <a:xfrm>
                    <a:off x="5329440" y="3129480"/>
                    <a:ext cx="660600" cy="851040"/>
                  </a:xfrm>
                  <a:custGeom>
                    <a:avLst/>
                    <a:gdLst>
                      <a:gd name="textAreaLeft" fmla="*/ 0 w 660600"/>
                      <a:gd name="textAreaRight" fmla="*/ 660960 w 660600"/>
                      <a:gd name="textAreaTop" fmla="*/ 0 h 851040"/>
                      <a:gd name="textAreaBottom" fmla="*/ 851400 h 851040"/>
                    </a:gdLst>
                    <a:ahLst/>
                    <a:cxnLst/>
                    <a:rect l="textAreaLeft" t="textAreaTop" r="textAreaRight" b="textAreaBottom"/>
                    <a:pathLst>
                      <a:path w="24711" h="31824">
                        <a:moveTo>
                          <a:pt x="4968" y="0"/>
                        </a:moveTo>
                        <a:cubicBezTo>
                          <a:pt x="4723" y="0"/>
                          <a:pt x="4477" y="20"/>
                          <a:pt x="4232" y="60"/>
                        </a:cubicBezTo>
                        <a:cubicBezTo>
                          <a:pt x="1845" y="466"/>
                          <a:pt x="1" y="2989"/>
                          <a:pt x="679" y="5267"/>
                        </a:cubicBezTo>
                        <a:cubicBezTo>
                          <a:pt x="1113" y="6786"/>
                          <a:pt x="2442" y="7925"/>
                          <a:pt x="2849" y="9444"/>
                        </a:cubicBezTo>
                        <a:cubicBezTo>
                          <a:pt x="3419" y="11587"/>
                          <a:pt x="1954" y="13947"/>
                          <a:pt x="2903" y="15954"/>
                        </a:cubicBezTo>
                        <a:cubicBezTo>
                          <a:pt x="4205" y="18666"/>
                          <a:pt x="8626" y="18287"/>
                          <a:pt x="10227" y="20836"/>
                        </a:cubicBezTo>
                        <a:cubicBezTo>
                          <a:pt x="11040" y="22165"/>
                          <a:pt x="10851" y="23793"/>
                          <a:pt x="11040" y="25312"/>
                        </a:cubicBezTo>
                        <a:cubicBezTo>
                          <a:pt x="11393" y="27753"/>
                          <a:pt x="13020" y="29977"/>
                          <a:pt x="15217" y="31062"/>
                        </a:cubicBezTo>
                        <a:cubicBezTo>
                          <a:pt x="16286" y="31584"/>
                          <a:pt x="17330" y="31824"/>
                          <a:pt x="18310" y="31824"/>
                        </a:cubicBezTo>
                        <a:cubicBezTo>
                          <a:pt x="21810" y="31824"/>
                          <a:pt x="24502" y="28777"/>
                          <a:pt x="24629" y="24688"/>
                        </a:cubicBezTo>
                        <a:cubicBezTo>
                          <a:pt x="24711" y="22599"/>
                          <a:pt x="23816" y="20430"/>
                          <a:pt x="22297" y="18965"/>
                        </a:cubicBezTo>
                        <a:cubicBezTo>
                          <a:pt x="21320" y="18043"/>
                          <a:pt x="20073" y="17283"/>
                          <a:pt x="19693" y="15981"/>
                        </a:cubicBezTo>
                        <a:cubicBezTo>
                          <a:pt x="19178" y="14164"/>
                          <a:pt x="20778" y="12157"/>
                          <a:pt x="20100" y="10394"/>
                        </a:cubicBezTo>
                        <a:cubicBezTo>
                          <a:pt x="19557" y="8956"/>
                          <a:pt x="17821" y="8468"/>
                          <a:pt x="16302" y="8332"/>
                        </a:cubicBezTo>
                        <a:cubicBezTo>
                          <a:pt x="14811" y="8197"/>
                          <a:pt x="13102" y="8197"/>
                          <a:pt x="11990" y="7166"/>
                        </a:cubicBezTo>
                        <a:cubicBezTo>
                          <a:pt x="10905" y="6217"/>
                          <a:pt x="10661" y="4616"/>
                          <a:pt x="10037" y="3314"/>
                        </a:cubicBezTo>
                        <a:cubicBezTo>
                          <a:pt x="9090" y="1397"/>
                          <a:pt x="7057" y="0"/>
                          <a:pt x="4968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3" name="Google Shape;1631;p49"/>
                  <p:cNvSpPr/>
                  <p:nvPr/>
                </p:nvSpPr>
                <p:spPr>
                  <a:xfrm>
                    <a:off x="5484240" y="3273120"/>
                    <a:ext cx="372600" cy="601200"/>
                  </a:xfrm>
                  <a:custGeom>
                    <a:avLst/>
                    <a:gdLst>
                      <a:gd name="textAreaLeft" fmla="*/ 0 w 372600"/>
                      <a:gd name="textAreaRight" fmla="*/ 372960 w 372600"/>
                      <a:gd name="textAreaTop" fmla="*/ 0 h 601200"/>
                      <a:gd name="textAreaBottom" fmla="*/ 601560 h 601200"/>
                    </a:gdLst>
                    <a:ahLst/>
                    <a:cxnLst/>
                    <a:rect l="textAreaLeft" t="textAreaTop" r="textAreaRight" b="textAreaBottom"/>
                    <a:pathLst>
                      <a:path fill="none" w="13942" h="22487">
                        <a:moveTo>
                          <a:pt x="0" y="1"/>
                        </a:moveTo>
                        <a:cubicBezTo>
                          <a:pt x="5859" y="6646"/>
                          <a:pt x="10579" y="14268"/>
                          <a:pt x="13942" y="22486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4" name="Google Shape;1632;p49"/>
                  <p:cNvSpPr/>
                  <p:nvPr/>
                </p:nvSpPr>
                <p:spPr>
                  <a:xfrm>
                    <a:off x="5486400" y="3490200"/>
                    <a:ext cx="178920" cy="37440"/>
                  </a:xfrm>
                  <a:custGeom>
                    <a:avLst/>
                    <a:gdLst>
                      <a:gd name="textAreaLeft" fmla="*/ 0 w 178920"/>
                      <a:gd name="textAreaRight" fmla="*/ 179280 w 178920"/>
                      <a:gd name="textAreaTop" fmla="*/ 0 h 37440"/>
                      <a:gd name="textAreaBottom" fmla="*/ 37800 h 37440"/>
                    </a:gdLst>
                    <a:ahLst/>
                    <a:cxnLst/>
                    <a:rect l="textAreaLeft" t="textAreaTop" r="textAreaRight" b="textAreaBottom"/>
                    <a:pathLst>
                      <a:path fill="none" w="6701" h="1412">
                        <a:moveTo>
                          <a:pt x="1" y="1"/>
                        </a:moveTo>
                        <a:cubicBezTo>
                          <a:pt x="2035" y="1113"/>
                          <a:pt x="4476" y="1411"/>
                          <a:pt x="6700" y="869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18720" bIns="1872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5" name="Google Shape;1633;p49"/>
                  <p:cNvSpPr/>
                  <p:nvPr/>
                </p:nvSpPr>
                <p:spPr>
                  <a:xfrm>
                    <a:off x="5700960" y="3426480"/>
                    <a:ext cx="39600" cy="141120"/>
                  </a:xfrm>
                  <a:custGeom>
                    <a:avLst/>
                    <a:gdLst>
                      <a:gd name="textAreaLeft" fmla="*/ 0 w 39600"/>
                      <a:gd name="textAreaRight" fmla="*/ 39960 w 39600"/>
                      <a:gd name="textAreaTop" fmla="*/ 0 h 141120"/>
                      <a:gd name="textAreaBottom" fmla="*/ 141480 h 141120"/>
                    </a:gdLst>
                    <a:ahLst/>
                    <a:cxnLst/>
                    <a:rect l="textAreaLeft" t="textAreaTop" r="textAreaRight" b="textAreaBottom"/>
                    <a:pathLst>
                      <a:path fill="none" w="1493" h="5291">
                        <a:moveTo>
                          <a:pt x="0" y="5290"/>
                        </a:moveTo>
                        <a:cubicBezTo>
                          <a:pt x="1112" y="3825"/>
                          <a:pt x="1492" y="1791"/>
                          <a:pt x="950" y="1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0560" bIns="705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6" name="Google Shape;1634;p49"/>
                  <p:cNvSpPr/>
                  <p:nvPr/>
                </p:nvSpPr>
                <p:spPr>
                  <a:xfrm>
                    <a:off x="5688720" y="3745800"/>
                    <a:ext cx="124560" cy="30240"/>
                  </a:xfrm>
                  <a:custGeom>
                    <a:avLst/>
                    <a:gdLst>
                      <a:gd name="textAreaLeft" fmla="*/ 0 w 124560"/>
                      <a:gd name="textAreaRight" fmla="*/ 124920 w 124560"/>
                      <a:gd name="textAreaTop" fmla="*/ 0 h 30240"/>
                      <a:gd name="textAreaBottom" fmla="*/ 30600 h 30240"/>
                    </a:gdLst>
                    <a:ahLst/>
                    <a:cxnLst/>
                    <a:rect l="textAreaLeft" t="textAreaTop" r="textAreaRight" b="textAreaBottom"/>
                    <a:pathLst>
                      <a:path fill="none" w="4666" h="1140">
                        <a:moveTo>
                          <a:pt x="0" y="0"/>
                        </a:moveTo>
                        <a:cubicBezTo>
                          <a:pt x="1411" y="787"/>
                          <a:pt x="3038" y="1140"/>
                          <a:pt x="4666" y="1112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15120" bIns="1512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7" name="Google Shape;1635;p49"/>
                  <p:cNvSpPr/>
                  <p:nvPr/>
                </p:nvSpPr>
                <p:spPr>
                  <a:xfrm>
                    <a:off x="5832360" y="3706560"/>
                    <a:ext cx="45360" cy="10620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106200"/>
                      <a:gd name="textAreaBottom" fmla="*/ 106560 h 106200"/>
                    </a:gdLst>
                    <a:ahLst/>
                    <a:cxnLst/>
                    <a:rect l="textAreaLeft" t="textAreaTop" r="textAreaRight" b="textAreaBottom"/>
                    <a:pathLst>
                      <a:path fill="none" w="1710" h="3988">
                        <a:moveTo>
                          <a:pt x="1" y="3988"/>
                        </a:moveTo>
                        <a:cubicBezTo>
                          <a:pt x="1086" y="2957"/>
                          <a:pt x="1710" y="1465"/>
                          <a:pt x="1628" y="1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53280" bIns="5328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8" name="Google Shape;1636;p49"/>
                  <p:cNvSpPr/>
                  <p:nvPr/>
                </p:nvSpPr>
                <p:spPr>
                  <a:xfrm>
                    <a:off x="5330160" y="3130560"/>
                    <a:ext cx="643320" cy="774360"/>
                  </a:xfrm>
                  <a:custGeom>
                    <a:avLst/>
                    <a:gdLst>
                      <a:gd name="textAreaLeft" fmla="*/ 0 w 643320"/>
                      <a:gd name="textAreaRight" fmla="*/ 643680 w 643320"/>
                      <a:gd name="textAreaTop" fmla="*/ 0 h 774360"/>
                      <a:gd name="textAreaBottom" fmla="*/ 774720 h 774360"/>
                    </a:gdLst>
                    <a:ahLst/>
                    <a:cxnLst/>
                    <a:rect l="textAreaLeft" t="textAreaTop" r="textAreaRight" b="textAreaBottom"/>
                    <a:pathLst>
                      <a:path w="24059" h="28954">
                        <a:moveTo>
                          <a:pt x="4974" y="1"/>
                        </a:moveTo>
                        <a:cubicBezTo>
                          <a:pt x="4717" y="1"/>
                          <a:pt x="4460" y="22"/>
                          <a:pt x="4204" y="67"/>
                        </a:cubicBezTo>
                        <a:cubicBezTo>
                          <a:pt x="1872" y="447"/>
                          <a:pt x="0" y="3023"/>
                          <a:pt x="651" y="5275"/>
                        </a:cubicBezTo>
                        <a:cubicBezTo>
                          <a:pt x="1085" y="6821"/>
                          <a:pt x="2441" y="7933"/>
                          <a:pt x="2794" y="9452"/>
                        </a:cubicBezTo>
                        <a:cubicBezTo>
                          <a:pt x="3363" y="11594"/>
                          <a:pt x="1926" y="13954"/>
                          <a:pt x="2875" y="15961"/>
                        </a:cubicBezTo>
                        <a:cubicBezTo>
                          <a:pt x="4150" y="18674"/>
                          <a:pt x="8598" y="18267"/>
                          <a:pt x="10199" y="20844"/>
                        </a:cubicBezTo>
                        <a:cubicBezTo>
                          <a:pt x="11012" y="22146"/>
                          <a:pt x="10768" y="23800"/>
                          <a:pt x="11012" y="25319"/>
                        </a:cubicBezTo>
                        <a:cubicBezTo>
                          <a:pt x="11229" y="26648"/>
                          <a:pt x="11772" y="27896"/>
                          <a:pt x="12613" y="28954"/>
                        </a:cubicBezTo>
                        <a:cubicBezTo>
                          <a:pt x="12450" y="28438"/>
                          <a:pt x="12314" y="27869"/>
                          <a:pt x="12233" y="27326"/>
                        </a:cubicBezTo>
                        <a:cubicBezTo>
                          <a:pt x="11989" y="25590"/>
                          <a:pt x="12097" y="23800"/>
                          <a:pt x="11853" y="22064"/>
                        </a:cubicBezTo>
                        <a:cubicBezTo>
                          <a:pt x="11582" y="20328"/>
                          <a:pt x="10850" y="18538"/>
                          <a:pt x="9358" y="17616"/>
                        </a:cubicBezTo>
                        <a:cubicBezTo>
                          <a:pt x="7866" y="16748"/>
                          <a:pt x="5832" y="16775"/>
                          <a:pt x="4747" y="15419"/>
                        </a:cubicBezTo>
                        <a:cubicBezTo>
                          <a:pt x="4069" y="14578"/>
                          <a:pt x="3987" y="13412"/>
                          <a:pt x="4069" y="12381"/>
                        </a:cubicBezTo>
                        <a:cubicBezTo>
                          <a:pt x="4123" y="11323"/>
                          <a:pt x="4340" y="10238"/>
                          <a:pt x="4123" y="9180"/>
                        </a:cubicBezTo>
                        <a:cubicBezTo>
                          <a:pt x="3906" y="8068"/>
                          <a:pt x="3228" y="7092"/>
                          <a:pt x="2767" y="6007"/>
                        </a:cubicBezTo>
                        <a:cubicBezTo>
                          <a:pt x="2333" y="4949"/>
                          <a:pt x="2143" y="3620"/>
                          <a:pt x="2821" y="2698"/>
                        </a:cubicBezTo>
                        <a:cubicBezTo>
                          <a:pt x="3278" y="2094"/>
                          <a:pt x="4015" y="1818"/>
                          <a:pt x="4784" y="1818"/>
                        </a:cubicBezTo>
                        <a:cubicBezTo>
                          <a:pt x="5431" y="1818"/>
                          <a:pt x="6100" y="2013"/>
                          <a:pt x="6645" y="2372"/>
                        </a:cubicBezTo>
                        <a:cubicBezTo>
                          <a:pt x="7839" y="3159"/>
                          <a:pt x="8544" y="4434"/>
                          <a:pt x="9249" y="5627"/>
                        </a:cubicBezTo>
                        <a:cubicBezTo>
                          <a:pt x="9955" y="6848"/>
                          <a:pt x="10741" y="8095"/>
                          <a:pt x="11989" y="8746"/>
                        </a:cubicBezTo>
                        <a:cubicBezTo>
                          <a:pt x="13074" y="9289"/>
                          <a:pt x="14349" y="9316"/>
                          <a:pt x="15515" y="9533"/>
                        </a:cubicBezTo>
                        <a:cubicBezTo>
                          <a:pt x="16708" y="9723"/>
                          <a:pt x="18010" y="10265"/>
                          <a:pt x="18499" y="11350"/>
                        </a:cubicBezTo>
                        <a:cubicBezTo>
                          <a:pt x="19095" y="12652"/>
                          <a:pt x="18363" y="14171"/>
                          <a:pt x="18471" y="15554"/>
                        </a:cubicBezTo>
                        <a:cubicBezTo>
                          <a:pt x="18607" y="17643"/>
                          <a:pt x="20506" y="19053"/>
                          <a:pt x="22215" y="20247"/>
                        </a:cubicBezTo>
                        <a:cubicBezTo>
                          <a:pt x="22838" y="20681"/>
                          <a:pt x="23489" y="21196"/>
                          <a:pt x="24059" y="21739"/>
                        </a:cubicBezTo>
                        <a:cubicBezTo>
                          <a:pt x="23652" y="20708"/>
                          <a:pt x="23055" y="19759"/>
                          <a:pt x="22269" y="18999"/>
                        </a:cubicBezTo>
                        <a:cubicBezTo>
                          <a:pt x="21292" y="18077"/>
                          <a:pt x="20045" y="17290"/>
                          <a:pt x="19665" y="15988"/>
                        </a:cubicBezTo>
                        <a:cubicBezTo>
                          <a:pt x="19150" y="14171"/>
                          <a:pt x="20750" y="12164"/>
                          <a:pt x="20072" y="10401"/>
                        </a:cubicBezTo>
                        <a:cubicBezTo>
                          <a:pt x="19529" y="8991"/>
                          <a:pt x="17793" y="8475"/>
                          <a:pt x="16274" y="8340"/>
                        </a:cubicBezTo>
                        <a:cubicBezTo>
                          <a:pt x="14755" y="8204"/>
                          <a:pt x="13074" y="8177"/>
                          <a:pt x="11962" y="7173"/>
                        </a:cubicBezTo>
                        <a:cubicBezTo>
                          <a:pt x="10877" y="6197"/>
                          <a:pt x="10633" y="4596"/>
                          <a:pt x="10009" y="3322"/>
                        </a:cubicBezTo>
                        <a:cubicBezTo>
                          <a:pt x="9091" y="1414"/>
                          <a:pt x="7056" y="1"/>
                          <a:pt x="4974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9" name="Google Shape;1637;p49"/>
                  <p:cNvSpPr/>
                  <p:nvPr/>
                </p:nvSpPr>
                <p:spPr>
                  <a:xfrm>
                    <a:off x="5478120" y="3375000"/>
                    <a:ext cx="90360" cy="81360"/>
                  </a:xfrm>
                  <a:custGeom>
                    <a:avLst/>
                    <a:gdLst>
                      <a:gd name="textAreaLeft" fmla="*/ 0 w 90360"/>
                      <a:gd name="textAreaRight" fmla="*/ 90720 w 90360"/>
                      <a:gd name="textAreaTop" fmla="*/ 0 h 81360"/>
                      <a:gd name="textAreaBottom" fmla="*/ 81720 h 81360"/>
                    </a:gdLst>
                    <a:ahLst/>
                    <a:cxnLst/>
                    <a:rect l="textAreaLeft" t="textAreaTop" r="textAreaRight" b="textAreaBottom"/>
                    <a:pathLst>
                      <a:path w="3391" h="3057">
                        <a:moveTo>
                          <a:pt x="1176" y="1"/>
                        </a:moveTo>
                        <a:cubicBezTo>
                          <a:pt x="1012" y="1"/>
                          <a:pt x="861" y="73"/>
                          <a:pt x="733" y="242"/>
                        </a:cubicBezTo>
                        <a:cubicBezTo>
                          <a:pt x="0" y="1192"/>
                          <a:pt x="1763" y="2575"/>
                          <a:pt x="2387" y="2900"/>
                        </a:cubicBezTo>
                        <a:cubicBezTo>
                          <a:pt x="2537" y="2984"/>
                          <a:pt x="2728" y="3057"/>
                          <a:pt x="2903" y="3057"/>
                        </a:cubicBezTo>
                        <a:cubicBezTo>
                          <a:pt x="3013" y="3057"/>
                          <a:pt x="3117" y="3028"/>
                          <a:pt x="3201" y="2955"/>
                        </a:cubicBezTo>
                        <a:cubicBezTo>
                          <a:pt x="3391" y="2765"/>
                          <a:pt x="3337" y="2466"/>
                          <a:pt x="3282" y="2222"/>
                        </a:cubicBezTo>
                        <a:cubicBezTo>
                          <a:pt x="3102" y="1749"/>
                          <a:pt x="1984" y="1"/>
                          <a:pt x="1176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40680" bIns="4068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0" name="Google Shape;1638;p49"/>
                  <p:cNvSpPr/>
                  <p:nvPr/>
                </p:nvSpPr>
                <p:spPr>
                  <a:xfrm>
                    <a:off x="5833800" y="2884320"/>
                    <a:ext cx="371160" cy="1031400"/>
                  </a:xfrm>
                  <a:custGeom>
                    <a:avLst/>
                    <a:gdLst>
                      <a:gd name="textAreaLeft" fmla="*/ 0 w 371160"/>
                      <a:gd name="textAreaRight" fmla="*/ 371520 w 371160"/>
                      <a:gd name="textAreaTop" fmla="*/ 0 h 1031400"/>
                      <a:gd name="textAreaBottom" fmla="*/ 1031760 h 1031400"/>
                    </a:gdLst>
                    <a:ahLst/>
                    <a:cxnLst/>
                    <a:rect l="textAreaLeft" t="textAreaTop" r="textAreaRight" b="textAreaBottom"/>
                    <a:pathLst>
                      <a:path w="13888" h="38571">
                        <a:moveTo>
                          <a:pt x="4367" y="0"/>
                        </a:moveTo>
                        <a:lnTo>
                          <a:pt x="4367" y="7649"/>
                        </a:lnTo>
                        <a:cubicBezTo>
                          <a:pt x="4367" y="7649"/>
                          <a:pt x="434" y="8327"/>
                          <a:pt x="434" y="12477"/>
                        </a:cubicBezTo>
                        <a:cubicBezTo>
                          <a:pt x="0" y="21211"/>
                          <a:pt x="27" y="29430"/>
                          <a:pt x="434" y="37160"/>
                        </a:cubicBezTo>
                        <a:cubicBezTo>
                          <a:pt x="434" y="37920"/>
                          <a:pt x="1058" y="38570"/>
                          <a:pt x="1844" y="38570"/>
                        </a:cubicBezTo>
                        <a:lnTo>
                          <a:pt x="12016" y="38570"/>
                        </a:lnTo>
                        <a:cubicBezTo>
                          <a:pt x="12803" y="38570"/>
                          <a:pt x="13453" y="37920"/>
                          <a:pt x="13453" y="37160"/>
                        </a:cubicBezTo>
                        <a:cubicBezTo>
                          <a:pt x="13887" y="29104"/>
                          <a:pt x="13860" y="20886"/>
                          <a:pt x="13453" y="12477"/>
                        </a:cubicBezTo>
                        <a:cubicBezTo>
                          <a:pt x="13426" y="8327"/>
                          <a:pt x="9521" y="7649"/>
                          <a:pt x="9521" y="7649"/>
                        </a:cubicBezTo>
                        <a:lnTo>
                          <a:pt x="952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1" name="Google Shape;1639;p49"/>
                  <p:cNvSpPr/>
                  <p:nvPr/>
                </p:nvSpPr>
                <p:spPr>
                  <a:xfrm>
                    <a:off x="5868000" y="3292200"/>
                    <a:ext cx="308160" cy="345600"/>
                  </a:xfrm>
                  <a:custGeom>
                    <a:avLst/>
                    <a:gdLst>
                      <a:gd name="textAreaLeft" fmla="*/ 0 w 308160"/>
                      <a:gd name="textAreaRight" fmla="*/ 308520 w 308160"/>
                      <a:gd name="textAreaTop" fmla="*/ 0 h 345600"/>
                      <a:gd name="textAreaBottom" fmla="*/ 345960 h 345600"/>
                    </a:gdLst>
                    <a:ahLst/>
                    <a:cxnLst/>
                    <a:rect l="textAreaLeft" t="textAreaTop" r="textAreaRight" b="textAreaBottom"/>
                    <a:pathLst>
                      <a:path w="11529" h="12927">
                        <a:moveTo>
                          <a:pt x="5897" y="0"/>
                        </a:moveTo>
                        <a:cubicBezTo>
                          <a:pt x="3531" y="0"/>
                          <a:pt x="1649" y="114"/>
                          <a:pt x="787" y="165"/>
                        </a:cubicBezTo>
                        <a:cubicBezTo>
                          <a:pt x="489" y="219"/>
                          <a:pt x="218" y="436"/>
                          <a:pt x="164" y="761"/>
                        </a:cubicBezTo>
                        <a:cubicBezTo>
                          <a:pt x="1" y="4206"/>
                          <a:pt x="136" y="10255"/>
                          <a:pt x="218" y="12018"/>
                        </a:cubicBezTo>
                        <a:cubicBezTo>
                          <a:pt x="245" y="12289"/>
                          <a:pt x="435" y="12506"/>
                          <a:pt x="706" y="12587"/>
                        </a:cubicBezTo>
                        <a:cubicBezTo>
                          <a:pt x="2059" y="12840"/>
                          <a:pt x="3570" y="12927"/>
                          <a:pt x="5014" y="12927"/>
                        </a:cubicBezTo>
                        <a:cubicBezTo>
                          <a:pt x="7448" y="12927"/>
                          <a:pt x="9690" y="12680"/>
                          <a:pt x="10661" y="12560"/>
                        </a:cubicBezTo>
                        <a:cubicBezTo>
                          <a:pt x="10959" y="12506"/>
                          <a:pt x="11149" y="12289"/>
                          <a:pt x="11203" y="11964"/>
                        </a:cubicBezTo>
                        <a:cubicBezTo>
                          <a:pt x="11529" y="6729"/>
                          <a:pt x="11284" y="2226"/>
                          <a:pt x="11203" y="761"/>
                        </a:cubicBezTo>
                        <a:cubicBezTo>
                          <a:pt x="11149" y="436"/>
                          <a:pt x="10932" y="219"/>
                          <a:pt x="10606" y="165"/>
                        </a:cubicBezTo>
                        <a:cubicBezTo>
                          <a:pt x="8939" y="42"/>
                          <a:pt x="7329" y="0"/>
                          <a:pt x="589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2" name="Google Shape;1640;p49"/>
                  <p:cNvSpPr/>
                  <p:nvPr/>
                </p:nvSpPr>
                <p:spPr>
                  <a:xfrm>
                    <a:off x="5936040" y="3371760"/>
                    <a:ext cx="104040" cy="173880"/>
                  </a:xfrm>
                  <a:custGeom>
                    <a:avLst/>
                    <a:gdLst>
                      <a:gd name="textAreaLeft" fmla="*/ 0 w 104040"/>
                      <a:gd name="textAreaRight" fmla="*/ 104400 w 104040"/>
                      <a:gd name="textAreaTop" fmla="*/ 0 h 173880"/>
                      <a:gd name="textAreaBottom" fmla="*/ 174240 h 173880"/>
                    </a:gdLst>
                    <a:ahLst/>
                    <a:cxnLst/>
                    <a:rect l="textAreaLeft" t="textAreaTop" r="textAreaRight" b="textAreaBottom"/>
                    <a:pathLst>
                      <a:path w="3907" h="6511">
                        <a:moveTo>
                          <a:pt x="950" y="1"/>
                        </a:moveTo>
                        <a:cubicBezTo>
                          <a:pt x="272" y="624"/>
                          <a:pt x="1" y="1601"/>
                          <a:pt x="109" y="2469"/>
                        </a:cubicBezTo>
                        <a:cubicBezTo>
                          <a:pt x="190" y="3391"/>
                          <a:pt x="651" y="4232"/>
                          <a:pt x="1221" y="4910"/>
                        </a:cubicBezTo>
                        <a:cubicBezTo>
                          <a:pt x="1601" y="5398"/>
                          <a:pt x="2035" y="5805"/>
                          <a:pt x="2496" y="6212"/>
                        </a:cubicBezTo>
                        <a:cubicBezTo>
                          <a:pt x="2577" y="6266"/>
                          <a:pt x="2632" y="6320"/>
                          <a:pt x="2713" y="6375"/>
                        </a:cubicBezTo>
                        <a:cubicBezTo>
                          <a:pt x="2713" y="6266"/>
                          <a:pt x="2713" y="6212"/>
                          <a:pt x="2659" y="6103"/>
                        </a:cubicBezTo>
                        <a:cubicBezTo>
                          <a:pt x="2632" y="5805"/>
                          <a:pt x="2604" y="5534"/>
                          <a:pt x="2523" y="5236"/>
                        </a:cubicBezTo>
                        <a:cubicBezTo>
                          <a:pt x="2415" y="4639"/>
                          <a:pt x="2062" y="4151"/>
                          <a:pt x="1791" y="3581"/>
                        </a:cubicBezTo>
                        <a:cubicBezTo>
                          <a:pt x="1519" y="3039"/>
                          <a:pt x="1248" y="2469"/>
                          <a:pt x="1275" y="1899"/>
                        </a:cubicBezTo>
                        <a:lnTo>
                          <a:pt x="1275" y="1899"/>
                        </a:lnTo>
                        <a:cubicBezTo>
                          <a:pt x="1655" y="2957"/>
                          <a:pt x="2496" y="3771"/>
                          <a:pt x="2984" y="4774"/>
                        </a:cubicBezTo>
                        <a:cubicBezTo>
                          <a:pt x="3201" y="5317"/>
                          <a:pt x="3337" y="5914"/>
                          <a:pt x="3337" y="6510"/>
                        </a:cubicBezTo>
                        <a:cubicBezTo>
                          <a:pt x="3418" y="6456"/>
                          <a:pt x="3472" y="6293"/>
                          <a:pt x="3554" y="6103"/>
                        </a:cubicBezTo>
                        <a:cubicBezTo>
                          <a:pt x="3906" y="5100"/>
                          <a:pt x="3771" y="3961"/>
                          <a:pt x="3364" y="2984"/>
                        </a:cubicBezTo>
                        <a:cubicBezTo>
                          <a:pt x="2849" y="1791"/>
                          <a:pt x="1926" y="814"/>
                          <a:pt x="95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87120" bIns="8712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3" name="Google Shape;1641;p49"/>
                  <p:cNvSpPr/>
                  <p:nvPr/>
                </p:nvSpPr>
                <p:spPr>
                  <a:xfrm>
                    <a:off x="6044400" y="3358440"/>
                    <a:ext cx="72360" cy="110520"/>
                  </a:xfrm>
                  <a:custGeom>
                    <a:avLst/>
                    <a:gdLst>
                      <a:gd name="textAreaLeft" fmla="*/ 0 w 72360"/>
                      <a:gd name="textAreaRight" fmla="*/ 72720 w 72360"/>
                      <a:gd name="textAreaTop" fmla="*/ 0 h 110520"/>
                      <a:gd name="textAreaBottom" fmla="*/ 110880 h 110520"/>
                    </a:gdLst>
                    <a:ahLst/>
                    <a:cxnLst/>
                    <a:rect l="textAreaLeft" t="textAreaTop" r="textAreaRight" b="textAreaBottom"/>
                    <a:pathLst>
                      <a:path w="2714" h="4138">
                        <a:moveTo>
                          <a:pt x="2489" y="0"/>
                        </a:moveTo>
                        <a:cubicBezTo>
                          <a:pt x="1937" y="0"/>
                          <a:pt x="1384" y="256"/>
                          <a:pt x="977" y="638"/>
                        </a:cubicBezTo>
                        <a:cubicBezTo>
                          <a:pt x="543" y="1072"/>
                          <a:pt x="272" y="1696"/>
                          <a:pt x="137" y="2293"/>
                        </a:cubicBezTo>
                        <a:cubicBezTo>
                          <a:pt x="28" y="2700"/>
                          <a:pt x="1" y="3107"/>
                          <a:pt x="1" y="3541"/>
                        </a:cubicBezTo>
                        <a:lnTo>
                          <a:pt x="1" y="3730"/>
                        </a:lnTo>
                        <a:lnTo>
                          <a:pt x="137" y="3595"/>
                        </a:lnTo>
                        <a:cubicBezTo>
                          <a:pt x="272" y="3459"/>
                          <a:pt x="435" y="3324"/>
                          <a:pt x="543" y="3134"/>
                        </a:cubicBezTo>
                        <a:cubicBezTo>
                          <a:pt x="760" y="2808"/>
                          <a:pt x="950" y="2428"/>
                          <a:pt x="1086" y="2022"/>
                        </a:cubicBezTo>
                        <a:cubicBezTo>
                          <a:pt x="1249" y="1642"/>
                          <a:pt x="1439" y="1289"/>
                          <a:pt x="1791" y="1018"/>
                        </a:cubicBezTo>
                        <a:lnTo>
                          <a:pt x="1791" y="1018"/>
                        </a:lnTo>
                        <a:cubicBezTo>
                          <a:pt x="1384" y="1642"/>
                          <a:pt x="1303" y="2456"/>
                          <a:pt x="950" y="3188"/>
                        </a:cubicBezTo>
                        <a:cubicBezTo>
                          <a:pt x="760" y="3541"/>
                          <a:pt x="489" y="3866"/>
                          <a:pt x="164" y="4137"/>
                        </a:cubicBezTo>
                        <a:cubicBezTo>
                          <a:pt x="218" y="4137"/>
                          <a:pt x="326" y="4137"/>
                          <a:pt x="462" y="4056"/>
                        </a:cubicBezTo>
                        <a:cubicBezTo>
                          <a:pt x="1249" y="3839"/>
                          <a:pt x="1791" y="3242"/>
                          <a:pt x="2117" y="2618"/>
                        </a:cubicBezTo>
                        <a:cubicBezTo>
                          <a:pt x="2551" y="1832"/>
                          <a:pt x="2713" y="909"/>
                          <a:pt x="2713" y="14"/>
                        </a:cubicBezTo>
                        <a:cubicBezTo>
                          <a:pt x="2639" y="5"/>
                          <a:pt x="2564" y="0"/>
                          <a:pt x="248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55440" bIns="55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4" name="Google Shape;1642;p49"/>
                  <p:cNvSpPr/>
                  <p:nvPr/>
                </p:nvSpPr>
                <p:spPr>
                  <a:xfrm>
                    <a:off x="6111000" y="3138120"/>
                    <a:ext cx="58320" cy="128160"/>
                  </a:xfrm>
                  <a:custGeom>
                    <a:avLst/>
                    <a:gdLst>
                      <a:gd name="textAreaLeft" fmla="*/ 0 w 58320"/>
                      <a:gd name="textAreaRight" fmla="*/ 58680 w 58320"/>
                      <a:gd name="textAreaTop" fmla="*/ 0 h 128160"/>
                      <a:gd name="textAreaBottom" fmla="*/ 128520 h 128160"/>
                    </a:gdLst>
                    <a:ahLst/>
                    <a:cxnLst/>
                    <a:rect l="textAreaLeft" t="textAreaTop" r="textAreaRight" b="textAreaBottom"/>
                    <a:pathLst>
                      <a:path fill="none" w="2198" h="4802">
                        <a:moveTo>
                          <a:pt x="0" y="1"/>
                        </a:moveTo>
                        <a:cubicBezTo>
                          <a:pt x="1438" y="1113"/>
                          <a:pt x="2197" y="3012"/>
                          <a:pt x="2008" y="4802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4080" bIns="6408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5" name="Google Shape;1643;p49"/>
                  <p:cNvSpPr/>
                  <p:nvPr/>
                </p:nvSpPr>
                <p:spPr>
                  <a:xfrm>
                    <a:off x="6164640" y="3653640"/>
                    <a:ext cx="360" cy="146160"/>
                  </a:xfrm>
                  <a:custGeom>
                    <a:avLst/>
                    <a:gdLst>
                      <a:gd name="textAreaLeft" fmla="*/ 0 w 360"/>
                      <a:gd name="textAreaRight" fmla="*/ 720 w 360"/>
                      <a:gd name="textAreaTop" fmla="*/ 0 h 146160"/>
                      <a:gd name="textAreaBottom" fmla="*/ 146520 h 146160"/>
                    </a:gdLst>
                    <a:ahLst/>
                    <a:cxnLst/>
                    <a:rect l="textAreaLeft" t="textAreaTop" r="textAreaRight" b="textAreaBottom"/>
                    <a:pathLst>
                      <a:path fill="none" w="28" h="5480">
                        <a:moveTo>
                          <a:pt x="28" y="1"/>
                        </a:moveTo>
                        <a:cubicBezTo>
                          <a:pt x="28" y="1818"/>
                          <a:pt x="28" y="3662"/>
                          <a:pt x="1" y="5480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21300a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3080" bIns="7308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6" name="Google Shape;1644;p49"/>
                  <p:cNvSpPr/>
                  <p:nvPr/>
                </p:nvSpPr>
                <p:spPr>
                  <a:xfrm>
                    <a:off x="6162480" y="3827520"/>
                    <a:ext cx="360" cy="22320"/>
                  </a:xfrm>
                  <a:custGeom>
                    <a:avLst/>
                    <a:gdLst>
                      <a:gd name="textAreaLeft" fmla="*/ 0 w 360"/>
                      <a:gd name="textAreaRight" fmla="*/ 720 w 360"/>
                      <a:gd name="textAreaTop" fmla="*/ 0 h 22320"/>
                      <a:gd name="textAreaBottom" fmla="*/ 22680 h 22320"/>
                    </a:gdLst>
                    <a:ahLst/>
                    <a:cxnLst/>
                    <a:rect l="textAreaLeft" t="textAreaTop" r="textAreaRight" b="textAreaBottom"/>
                    <a:pathLst>
                      <a:path fill="none" w="1" h="842">
                        <a:moveTo>
                          <a:pt x="0" y="0"/>
                        </a:moveTo>
                        <a:lnTo>
                          <a:pt x="0" y="841"/>
                        </a:lnTo>
                      </a:path>
                    </a:pathLst>
                  </a:custGeom>
                  <a:noFill/>
                  <a:ln cap="rnd" w="12200">
                    <a:solidFill>
                      <a:srgbClr val="21300a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11160" bIns="111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7" name="Google Shape;1645;p49"/>
                  <p:cNvSpPr/>
                  <p:nvPr/>
                </p:nvSpPr>
                <p:spPr>
                  <a:xfrm>
                    <a:off x="5983200" y="3598920"/>
                    <a:ext cx="130320" cy="9000"/>
                  </a:xfrm>
                  <a:custGeom>
                    <a:avLst/>
                    <a:gdLst>
                      <a:gd name="textAreaLeft" fmla="*/ 0 w 130320"/>
                      <a:gd name="textAreaRight" fmla="*/ 130680 w 130320"/>
                      <a:gd name="textAreaTop" fmla="*/ 0 h 9000"/>
                      <a:gd name="textAreaBottom" fmla="*/ 9360 h 9000"/>
                    </a:gdLst>
                    <a:ahLst/>
                    <a:cxnLst/>
                    <a:rect l="textAreaLeft" t="textAreaTop" r="textAreaRight" b="textAreaBottom"/>
                    <a:pathLst>
                      <a:path fill="none" w="4883" h="353">
                        <a:moveTo>
                          <a:pt x="1" y="190"/>
                        </a:moveTo>
                        <a:cubicBezTo>
                          <a:pt x="1628" y="353"/>
                          <a:pt x="3283" y="299"/>
                          <a:pt x="4883" y="0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4680" bIns="468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8" name="Google Shape;1646;p49"/>
                  <p:cNvSpPr/>
                  <p:nvPr/>
                </p:nvSpPr>
                <p:spPr>
                  <a:xfrm>
                    <a:off x="5879520" y="3132000"/>
                    <a:ext cx="107640" cy="257040"/>
                  </a:xfrm>
                  <a:custGeom>
                    <a:avLst/>
                    <a:gdLst>
                      <a:gd name="textAreaLeft" fmla="*/ 0 w 107640"/>
                      <a:gd name="textAreaRight" fmla="*/ 108000 w 107640"/>
                      <a:gd name="textAreaTop" fmla="*/ 0 h 257040"/>
                      <a:gd name="textAreaBottom" fmla="*/ 257400 h 257040"/>
                    </a:gdLst>
                    <a:ahLst/>
                    <a:cxnLst/>
                    <a:rect l="textAreaLeft" t="textAreaTop" r="textAreaRight" b="textAreaBottom"/>
                    <a:pathLst>
                      <a:path w="4043" h="9625">
                        <a:moveTo>
                          <a:pt x="3351" y="1"/>
                        </a:moveTo>
                        <a:cubicBezTo>
                          <a:pt x="3128" y="1"/>
                          <a:pt x="2894" y="154"/>
                          <a:pt x="2686" y="267"/>
                        </a:cubicBezTo>
                        <a:cubicBezTo>
                          <a:pt x="1981" y="728"/>
                          <a:pt x="1411" y="1460"/>
                          <a:pt x="1004" y="2193"/>
                        </a:cubicBezTo>
                        <a:cubicBezTo>
                          <a:pt x="462" y="3251"/>
                          <a:pt x="245" y="4444"/>
                          <a:pt x="109" y="5583"/>
                        </a:cubicBezTo>
                        <a:cubicBezTo>
                          <a:pt x="1" y="6478"/>
                          <a:pt x="1" y="7346"/>
                          <a:pt x="1" y="8241"/>
                        </a:cubicBezTo>
                        <a:cubicBezTo>
                          <a:pt x="1" y="8540"/>
                          <a:pt x="55" y="8838"/>
                          <a:pt x="136" y="9109"/>
                        </a:cubicBezTo>
                        <a:cubicBezTo>
                          <a:pt x="272" y="9380"/>
                          <a:pt x="516" y="9625"/>
                          <a:pt x="815" y="9625"/>
                        </a:cubicBezTo>
                        <a:cubicBezTo>
                          <a:pt x="1086" y="9625"/>
                          <a:pt x="1330" y="9462"/>
                          <a:pt x="1493" y="9218"/>
                        </a:cubicBezTo>
                        <a:cubicBezTo>
                          <a:pt x="1683" y="8974"/>
                          <a:pt x="1710" y="8702"/>
                          <a:pt x="1737" y="8431"/>
                        </a:cubicBezTo>
                        <a:cubicBezTo>
                          <a:pt x="1818" y="7645"/>
                          <a:pt x="1737" y="6885"/>
                          <a:pt x="1737" y="6099"/>
                        </a:cubicBezTo>
                        <a:cubicBezTo>
                          <a:pt x="1737" y="5312"/>
                          <a:pt x="1845" y="4498"/>
                          <a:pt x="2225" y="3820"/>
                        </a:cubicBezTo>
                        <a:cubicBezTo>
                          <a:pt x="2496" y="3386"/>
                          <a:pt x="2849" y="3006"/>
                          <a:pt x="3229" y="2600"/>
                        </a:cubicBezTo>
                        <a:cubicBezTo>
                          <a:pt x="3581" y="2193"/>
                          <a:pt x="3907" y="1759"/>
                          <a:pt x="3988" y="1243"/>
                        </a:cubicBezTo>
                        <a:cubicBezTo>
                          <a:pt x="4042" y="864"/>
                          <a:pt x="3934" y="321"/>
                          <a:pt x="3635" y="104"/>
                        </a:cubicBezTo>
                        <a:cubicBezTo>
                          <a:pt x="3545" y="30"/>
                          <a:pt x="3449" y="1"/>
                          <a:pt x="3351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9" name="Google Shape;1647;p49"/>
                  <p:cNvSpPr/>
                  <p:nvPr/>
                </p:nvSpPr>
                <p:spPr>
                  <a:xfrm>
                    <a:off x="5878080" y="3577320"/>
                    <a:ext cx="61920" cy="213840"/>
                  </a:xfrm>
                  <a:custGeom>
                    <a:avLst/>
                    <a:gdLst>
                      <a:gd name="textAreaLeft" fmla="*/ 0 w 61920"/>
                      <a:gd name="textAreaRight" fmla="*/ 62280 w 61920"/>
                      <a:gd name="textAreaTop" fmla="*/ 0 h 213840"/>
                      <a:gd name="textAreaBottom" fmla="*/ 214200 h 213840"/>
                    </a:gdLst>
                    <a:ahLst/>
                    <a:cxnLst/>
                    <a:rect l="textAreaLeft" t="textAreaTop" r="textAreaRight" b="textAreaBottom"/>
                    <a:pathLst>
                      <a:path w="2334" h="8002">
                        <a:moveTo>
                          <a:pt x="1043" y="0"/>
                        </a:moveTo>
                        <a:cubicBezTo>
                          <a:pt x="853" y="0"/>
                          <a:pt x="663" y="85"/>
                          <a:pt x="516" y="268"/>
                        </a:cubicBezTo>
                        <a:cubicBezTo>
                          <a:pt x="136" y="729"/>
                          <a:pt x="163" y="1651"/>
                          <a:pt x="136" y="2221"/>
                        </a:cubicBezTo>
                        <a:cubicBezTo>
                          <a:pt x="1" y="3794"/>
                          <a:pt x="1" y="5340"/>
                          <a:pt x="462" y="6859"/>
                        </a:cubicBezTo>
                        <a:cubicBezTo>
                          <a:pt x="516" y="6913"/>
                          <a:pt x="516" y="6940"/>
                          <a:pt x="516" y="6940"/>
                        </a:cubicBezTo>
                        <a:cubicBezTo>
                          <a:pt x="646" y="7358"/>
                          <a:pt x="978" y="8001"/>
                          <a:pt x="1486" y="8001"/>
                        </a:cubicBezTo>
                        <a:cubicBezTo>
                          <a:pt x="1506" y="8001"/>
                          <a:pt x="1526" y="8000"/>
                          <a:pt x="1547" y="7998"/>
                        </a:cubicBezTo>
                        <a:cubicBezTo>
                          <a:pt x="1818" y="7944"/>
                          <a:pt x="2062" y="7727"/>
                          <a:pt x="2171" y="7456"/>
                        </a:cubicBezTo>
                        <a:cubicBezTo>
                          <a:pt x="2333" y="6995"/>
                          <a:pt x="2306" y="6452"/>
                          <a:pt x="2306" y="6018"/>
                        </a:cubicBezTo>
                        <a:cubicBezTo>
                          <a:pt x="2333" y="5476"/>
                          <a:pt x="2333" y="4933"/>
                          <a:pt x="2333" y="4391"/>
                        </a:cubicBezTo>
                        <a:cubicBezTo>
                          <a:pt x="2333" y="3306"/>
                          <a:pt x="2225" y="2221"/>
                          <a:pt x="1954" y="1136"/>
                        </a:cubicBezTo>
                        <a:cubicBezTo>
                          <a:pt x="1899" y="865"/>
                          <a:pt x="1818" y="593"/>
                          <a:pt x="1655" y="349"/>
                        </a:cubicBezTo>
                        <a:cubicBezTo>
                          <a:pt x="1506" y="126"/>
                          <a:pt x="1275" y="0"/>
                          <a:pt x="1043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0" name="Google Shape;1648;p49"/>
                  <p:cNvSpPr/>
                  <p:nvPr/>
                </p:nvSpPr>
                <p:spPr>
                  <a:xfrm>
                    <a:off x="6427440" y="2991960"/>
                    <a:ext cx="554040" cy="340560"/>
                  </a:xfrm>
                  <a:custGeom>
                    <a:avLst/>
                    <a:gdLst>
                      <a:gd name="textAreaLeft" fmla="*/ 0 w 554040"/>
                      <a:gd name="textAreaRight" fmla="*/ 554400 w 554040"/>
                      <a:gd name="textAreaTop" fmla="*/ 0 h 340560"/>
                      <a:gd name="textAreaBottom" fmla="*/ 340920 h 340560"/>
                    </a:gdLst>
                    <a:ahLst/>
                    <a:cxnLst/>
                    <a:rect l="textAreaLeft" t="textAreaTop" r="textAreaRight" b="textAreaBottom"/>
                    <a:pathLst>
                      <a:path w="20723" h="12741">
                        <a:moveTo>
                          <a:pt x="11073" y="1"/>
                        </a:moveTo>
                        <a:cubicBezTo>
                          <a:pt x="10689" y="1"/>
                          <a:pt x="10267" y="194"/>
                          <a:pt x="9955" y="454"/>
                        </a:cubicBezTo>
                        <a:cubicBezTo>
                          <a:pt x="8924" y="1295"/>
                          <a:pt x="8490" y="2624"/>
                          <a:pt x="8409" y="3899"/>
                        </a:cubicBezTo>
                        <a:cubicBezTo>
                          <a:pt x="8382" y="4712"/>
                          <a:pt x="8490" y="5526"/>
                          <a:pt x="8653" y="6313"/>
                        </a:cubicBezTo>
                        <a:cubicBezTo>
                          <a:pt x="5127" y="6774"/>
                          <a:pt x="1845" y="8889"/>
                          <a:pt x="0" y="11927"/>
                        </a:cubicBezTo>
                        <a:lnTo>
                          <a:pt x="20723" y="12741"/>
                        </a:lnTo>
                        <a:cubicBezTo>
                          <a:pt x="18824" y="8998"/>
                          <a:pt x="14783" y="6367"/>
                          <a:pt x="10579" y="6204"/>
                        </a:cubicBezTo>
                        <a:lnTo>
                          <a:pt x="10389" y="6204"/>
                        </a:lnTo>
                        <a:cubicBezTo>
                          <a:pt x="10443" y="4929"/>
                          <a:pt x="10796" y="3627"/>
                          <a:pt x="11392" y="2488"/>
                        </a:cubicBezTo>
                        <a:cubicBezTo>
                          <a:pt x="11609" y="2108"/>
                          <a:pt x="11854" y="1756"/>
                          <a:pt x="11935" y="1349"/>
                        </a:cubicBezTo>
                        <a:cubicBezTo>
                          <a:pt x="12043" y="942"/>
                          <a:pt x="11962" y="481"/>
                          <a:pt x="11664" y="210"/>
                        </a:cubicBezTo>
                        <a:cubicBezTo>
                          <a:pt x="11497" y="63"/>
                          <a:pt x="11291" y="1"/>
                          <a:pt x="1107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1" name="Google Shape;1649;p49"/>
                  <p:cNvSpPr/>
                  <p:nvPr/>
                </p:nvSpPr>
                <p:spPr>
                  <a:xfrm>
                    <a:off x="6092280" y="3264120"/>
                    <a:ext cx="834120" cy="1046880"/>
                  </a:xfrm>
                  <a:custGeom>
                    <a:avLst/>
                    <a:gdLst>
                      <a:gd name="textAreaLeft" fmla="*/ 0 w 834120"/>
                      <a:gd name="textAreaRight" fmla="*/ 834480 w 834120"/>
                      <a:gd name="textAreaTop" fmla="*/ 0 h 1046880"/>
                      <a:gd name="textAreaBottom" fmla="*/ 1047240 h 1046880"/>
                    </a:gdLst>
                    <a:ahLst/>
                    <a:cxnLst/>
                    <a:rect l="textAreaLeft" t="textAreaTop" r="textAreaRight" b="textAreaBottom"/>
                    <a:pathLst>
                      <a:path w="31193" h="39147">
                        <a:moveTo>
                          <a:pt x="16398" y="0"/>
                        </a:moveTo>
                        <a:cubicBezTo>
                          <a:pt x="13306" y="0"/>
                          <a:pt x="9944" y="1361"/>
                          <a:pt x="7839" y="2912"/>
                        </a:cubicBezTo>
                        <a:cubicBezTo>
                          <a:pt x="4259" y="5543"/>
                          <a:pt x="2279" y="9530"/>
                          <a:pt x="1546" y="13544"/>
                        </a:cubicBezTo>
                        <a:cubicBezTo>
                          <a:pt x="0" y="21925"/>
                          <a:pt x="3797" y="30876"/>
                          <a:pt x="11148" y="36274"/>
                        </a:cubicBezTo>
                        <a:cubicBezTo>
                          <a:pt x="13309" y="37837"/>
                          <a:pt x="15976" y="39147"/>
                          <a:pt x="18704" y="39147"/>
                        </a:cubicBezTo>
                        <a:cubicBezTo>
                          <a:pt x="19195" y="39147"/>
                          <a:pt x="19688" y="39104"/>
                          <a:pt x="20180" y="39013"/>
                        </a:cubicBezTo>
                        <a:cubicBezTo>
                          <a:pt x="23706" y="38335"/>
                          <a:pt x="26039" y="35352"/>
                          <a:pt x="27477" y="32449"/>
                        </a:cubicBezTo>
                        <a:cubicBezTo>
                          <a:pt x="30948" y="25397"/>
                          <a:pt x="31193" y="17152"/>
                          <a:pt x="28073" y="9991"/>
                        </a:cubicBezTo>
                        <a:cubicBezTo>
                          <a:pt x="26690" y="6763"/>
                          <a:pt x="23517" y="2640"/>
                          <a:pt x="20018" y="796"/>
                        </a:cubicBezTo>
                        <a:cubicBezTo>
                          <a:pt x="18932" y="237"/>
                          <a:pt x="17688" y="0"/>
                          <a:pt x="1639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2" name="Google Shape;1650;p49"/>
                  <p:cNvSpPr/>
                  <p:nvPr/>
                </p:nvSpPr>
                <p:spPr>
                  <a:xfrm>
                    <a:off x="6611760" y="3272040"/>
                    <a:ext cx="671760" cy="1043280"/>
                  </a:xfrm>
                  <a:custGeom>
                    <a:avLst/>
                    <a:gdLst>
                      <a:gd name="textAreaLeft" fmla="*/ 0 w 671760"/>
                      <a:gd name="textAreaRight" fmla="*/ 672120 w 671760"/>
                      <a:gd name="textAreaTop" fmla="*/ 0 h 1043280"/>
                      <a:gd name="textAreaBottom" fmla="*/ 1043640 h 1043280"/>
                    </a:gdLst>
                    <a:ahLst/>
                    <a:cxnLst/>
                    <a:rect l="textAreaLeft" t="textAreaTop" r="textAreaRight" b="textAreaBottom"/>
                    <a:pathLst>
                      <a:path w="25118" h="39017">
                        <a:moveTo>
                          <a:pt x="12569" y="0"/>
                        </a:moveTo>
                        <a:cubicBezTo>
                          <a:pt x="7947" y="0"/>
                          <a:pt x="4498" y="2904"/>
                          <a:pt x="4422" y="7067"/>
                        </a:cubicBezTo>
                        <a:cubicBezTo>
                          <a:pt x="4314" y="12654"/>
                          <a:pt x="2062" y="18242"/>
                          <a:pt x="1032" y="23775"/>
                        </a:cubicBezTo>
                        <a:cubicBezTo>
                          <a:pt x="489" y="26623"/>
                          <a:pt x="1" y="29580"/>
                          <a:pt x="706" y="32373"/>
                        </a:cubicBezTo>
                        <a:cubicBezTo>
                          <a:pt x="1438" y="35194"/>
                          <a:pt x="3473" y="37907"/>
                          <a:pt x="6511" y="38747"/>
                        </a:cubicBezTo>
                        <a:cubicBezTo>
                          <a:pt x="7168" y="38932"/>
                          <a:pt x="7852" y="39017"/>
                          <a:pt x="8541" y="39017"/>
                        </a:cubicBezTo>
                        <a:cubicBezTo>
                          <a:pt x="10184" y="39017"/>
                          <a:pt x="11859" y="38535"/>
                          <a:pt x="13292" y="37771"/>
                        </a:cubicBezTo>
                        <a:cubicBezTo>
                          <a:pt x="15326" y="36686"/>
                          <a:pt x="16926" y="35031"/>
                          <a:pt x="18309" y="33296"/>
                        </a:cubicBezTo>
                        <a:cubicBezTo>
                          <a:pt x="22134" y="28440"/>
                          <a:pt x="24439" y="22609"/>
                          <a:pt x="24846" y="16642"/>
                        </a:cubicBezTo>
                        <a:cubicBezTo>
                          <a:pt x="25118" y="13061"/>
                          <a:pt x="24656" y="9318"/>
                          <a:pt x="22785" y="6145"/>
                        </a:cubicBezTo>
                        <a:cubicBezTo>
                          <a:pt x="20913" y="2944"/>
                          <a:pt x="17469" y="422"/>
                          <a:pt x="13536" y="42"/>
                        </a:cubicBezTo>
                        <a:cubicBezTo>
                          <a:pt x="13208" y="14"/>
                          <a:pt x="12886" y="0"/>
                          <a:pt x="125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3" name="Google Shape;1651;p49"/>
                  <p:cNvSpPr/>
                  <p:nvPr/>
                </p:nvSpPr>
                <p:spPr>
                  <a:xfrm>
                    <a:off x="6400440" y="3254760"/>
                    <a:ext cx="605520" cy="1046880"/>
                  </a:xfrm>
                  <a:custGeom>
                    <a:avLst/>
                    <a:gdLst>
                      <a:gd name="textAreaLeft" fmla="*/ 0 w 605520"/>
                      <a:gd name="textAreaRight" fmla="*/ 605880 w 605520"/>
                      <a:gd name="textAreaTop" fmla="*/ 0 h 1046880"/>
                      <a:gd name="textAreaBottom" fmla="*/ 1047240 h 1046880"/>
                    </a:gdLst>
                    <a:ahLst/>
                    <a:cxnLst/>
                    <a:rect l="textAreaLeft" t="textAreaTop" r="textAreaRight" b="textAreaBottom"/>
                    <a:pathLst>
                      <a:path w="22650" h="39142">
                        <a:moveTo>
                          <a:pt x="10825" y="1"/>
                        </a:moveTo>
                        <a:cubicBezTo>
                          <a:pt x="9561" y="1"/>
                          <a:pt x="8309" y="262"/>
                          <a:pt x="7189" y="822"/>
                        </a:cubicBezTo>
                        <a:cubicBezTo>
                          <a:pt x="3527" y="2694"/>
                          <a:pt x="1954" y="7793"/>
                          <a:pt x="1330" y="11401"/>
                        </a:cubicBezTo>
                        <a:cubicBezTo>
                          <a:pt x="1" y="18995"/>
                          <a:pt x="1140" y="26997"/>
                          <a:pt x="4612" y="33913"/>
                        </a:cubicBezTo>
                        <a:cubicBezTo>
                          <a:pt x="5805" y="36273"/>
                          <a:pt x="7568" y="38714"/>
                          <a:pt x="10199" y="39094"/>
                        </a:cubicBezTo>
                        <a:cubicBezTo>
                          <a:pt x="10422" y="39126"/>
                          <a:pt x="10645" y="39141"/>
                          <a:pt x="10867" y="39141"/>
                        </a:cubicBezTo>
                        <a:cubicBezTo>
                          <a:pt x="12347" y="39141"/>
                          <a:pt x="13787" y="38464"/>
                          <a:pt x="14919" y="37521"/>
                        </a:cubicBezTo>
                        <a:cubicBezTo>
                          <a:pt x="16194" y="36436"/>
                          <a:pt x="17116" y="34944"/>
                          <a:pt x="17903" y="33452"/>
                        </a:cubicBezTo>
                        <a:cubicBezTo>
                          <a:pt x="21429" y="26726"/>
                          <a:pt x="22649" y="18805"/>
                          <a:pt x="21320" y="11319"/>
                        </a:cubicBezTo>
                        <a:cubicBezTo>
                          <a:pt x="20751" y="8092"/>
                          <a:pt x="19666" y="4837"/>
                          <a:pt x="17333" y="2585"/>
                        </a:cubicBezTo>
                        <a:cubicBezTo>
                          <a:pt x="15679" y="949"/>
                          <a:pt x="13231" y="1"/>
                          <a:pt x="1082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4" name="Google Shape;1652;p49"/>
                  <p:cNvSpPr/>
                  <p:nvPr/>
                </p:nvSpPr>
                <p:spPr>
                  <a:xfrm>
                    <a:off x="7133400" y="3434400"/>
                    <a:ext cx="99000" cy="413280"/>
                  </a:xfrm>
                  <a:custGeom>
                    <a:avLst/>
                    <a:gdLst>
                      <a:gd name="textAreaLeft" fmla="*/ 0 w 99000"/>
                      <a:gd name="textAreaRight" fmla="*/ 99360 w 9900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fill="none" w="3717" h="15461">
                        <a:moveTo>
                          <a:pt x="1" y="0"/>
                        </a:moveTo>
                        <a:cubicBezTo>
                          <a:pt x="3202" y="4394"/>
                          <a:pt x="3717" y="10579"/>
                          <a:pt x="1330" y="15461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5" name="Google Shape;1653;p49"/>
                  <p:cNvSpPr/>
                  <p:nvPr/>
                </p:nvSpPr>
                <p:spPr>
                  <a:xfrm>
                    <a:off x="7119720" y="3897360"/>
                    <a:ext cx="28800" cy="62640"/>
                  </a:xfrm>
                  <a:custGeom>
                    <a:avLst/>
                    <a:gdLst>
                      <a:gd name="textAreaLeft" fmla="*/ 0 w 28800"/>
                      <a:gd name="textAreaRight" fmla="*/ 29160 w 28800"/>
                      <a:gd name="textAreaTop" fmla="*/ 0 h 62640"/>
                      <a:gd name="textAreaBottom" fmla="*/ 63000 h 62640"/>
                    </a:gdLst>
                    <a:ahLst/>
                    <a:cxnLst/>
                    <a:rect l="textAreaLeft" t="textAreaTop" r="textAreaRight" b="textAreaBottom"/>
                    <a:pathLst>
                      <a:path fill="none" w="1086" h="2361">
                        <a:moveTo>
                          <a:pt x="1086" y="0"/>
                        </a:moveTo>
                        <a:cubicBezTo>
                          <a:pt x="706" y="787"/>
                          <a:pt x="380" y="1546"/>
                          <a:pt x="1" y="2360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31320" bIns="3132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6" name="Google Shape;1654;p49"/>
                  <p:cNvSpPr/>
                  <p:nvPr/>
                </p:nvSpPr>
                <p:spPr>
                  <a:xfrm>
                    <a:off x="6523200" y="3993120"/>
                    <a:ext cx="189000" cy="251640"/>
                  </a:xfrm>
                  <a:custGeom>
                    <a:avLst/>
                    <a:gdLst>
                      <a:gd name="textAreaLeft" fmla="*/ 0 w 189000"/>
                      <a:gd name="textAreaRight" fmla="*/ 189360 w 189000"/>
                      <a:gd name="textAreaTop" fmla="*/ 0 h 251640"/>
                      <a:gd name="textAreaBottom" fmla="*/ 252000 h 251640"/>
                    </a:gdLst>
                    <a:ahLst/>
                    <a:cxnLst/>
                    <a:rect l="textAreaLeft" t="textAreaTop" r="textAreaRight" b="textAreaBottom"/>
                    <a:pathLst>
                      <a:path fill="none" w="7081" h="9413">
                        <a:moveTo>
                          <a:pt x="1" y="1"/>
                        </a:moveTo>
                        <a:cubicBezTo>
                          <a:pt x="299" y="2632"/>
                          <a:pt x="1303" y="5127"/>
                          <a:pt x="2903" y="7243"/>
                        </a:cubicBezTo>
                        <a:cubicBezTo>
                          <a:pt x="3418" y="7867"/>
                          <a:pt x="3961" y="8517"/>
                          <a:pt x="4693" y="8897"/>
                        </a:cubicBezTo>
                        <a:cubicBezTo>
                          <a:pt x="5398" y="9277"/>
                          <a:pt x="6321" y="9413"/>
                          <a:pt x="7080" y="9033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7" name="Google Shape;1655;p49"/>
                  <p:cNvSpPr/>
                  <p:nvPr/>
                </p:nvSpPr>
                <p:spPr>
                  <a:xfrm>
                    <a:off x="6767640" y="4165200"/>
                    <a:ext cx="36720" cy="48240"/>
                  </a:xfrm>
                  <a:custGeom>
                    <a:avLst/>
                    <a:gdLst>
                      <a:gd name="textAreaLeft" fmla="*/ 0 w 36720"/>
                      <a:gd name="textAreaRight" fmla="*/ 37080 w 36720"/>
                      <a:gd name="textAreaTop" fmla="*/ 0 h 48240"/>
                      <a:gd name="textAreaBottom" fmla="*/ 48600 h 48240"/>
                    </a:gdLst>
                    <a:ahLst/>
                    <a:cxnLst/>
                    <a:rect l="textAreaLeft" t="textAreaTop" r="textAreaRight" b="textAreaBottom"/>
                    <a:pathLst>
                      <a:path fill="none" w="1384" h="1819">
                        <a:moveTo>
                          <a:pt x="0" y="1818"/>
                        </a:moveTo>
                        <a:cubicBezTo>
                          <a:pt x="679" y="1411"/>
                          <a:pt x="1194" y="733"/>
                          <a:pt x="1384" y="1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24120" bIns="2412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8" name="Google Shape;1656;p49"/>
                  <p:cNvSpPr/>
                  <p:nvPr/>
                </p:nvSpPr>
                <p:spPr>
                  <a:xfrm>
                    <a:off x="6900480" y="3826080"/>
                    <a:ext cx="15480" cy="128160"/>
                  </a:xfrm>
                  <a:custGeom>
                    <a:avLst/>
                    <a:gdLst>
                      <a:gd name="textAreaLeft" fmla="*/ 0 w 15480"/>
                      <a:gd name="textAreaRight" fmla="*/ 15840 w 15480"/>
                      <a:gd name="textAreaTop" fmla="*/ 0 h 128160"/>
                      <a:gd name="textAreaBottom" fmla="*/ 128520 h 128160"/>
                    </a:gdLst>
                    <a:ahLst/>
                    <a:cxnLst/>
                    <a:rect l="textAreaLeft" t="textAreaTop" r="textAreaRight" b="textAreaBottom"/>
                    <a:pathLst>
                      <a:path fill="none" w="597" h="4802">
                        <a:moveTo>
                          <a:pt x="0" y="4801"/>
                        </a:moveTo>
                        <a:cubicBezTo>
                          <a:pt x="407" y="3228"/>
                          <a:pt x="597" y="1628"/>
                          <a:pt x="597" y="0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4080" bIns="6408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9" name="Google Shape;1657;p49"/>
                  <p:cNvSpPr/>
                  <p:nvPr/>
                </p:nvSpPr>
                <p:spPr>
                  <a:xfrm>
                    <a:off x="6859080" y="4151160"/>
                    <a:ext cx="183240" cy="122400"/>
                  </a:xfrm>
                  <a:custGeom>
                    <a:avLst/>
                    <a:gdLst>
                      <a:gd name="textAreaLeft" fmla="*/ 0 w 183240"/>
                      <a:gd name="textAreaRight" fmla="*/ 183600 w 183240"/>
                      <a:gd name="textAreaTop" fmla="*/ 0 h 122400"/>
                      <a:gd name="textAreaBottom" fmla="*/ 122760 h 122400"/>
                    </a:gdLst>
                    <a:ahLst/>
                    <a:cxnLst/>
                    <a:rect l="textAreaLeft" t="textAreaTop" r="textAreaRight" b="textAreaBottom"/>
                    <a:pathLst>
                      <a:path fill="none" w="6863" h="4585">
                        <a:moveTo>
                          <a:pt x="0" y="4585"/>
                        </a:moveTo>
                        <a:cubicBezTo>
                          <a:pt x="2767" y="3934"/>
                          <a:pt x="5235" y="2279"/>
                          <a:pt x="6862" y="1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1200" bIns="6120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0" name="Google Shape;1658;p49"/>
                  <p:cNvSpPr/>
                  <p:nvPr/>
                </p:nvSpPr>
                <p:spPr>
                  <a:xfrm>
                    <a:off x="6494760" y="3332520"/>
                    <a:ext cx="210960" cy="358920"/>
                  </a:xfrm>
                  <a:custGeom>
                    <a:avLst/>
                    <a:gdLst>
                      <a:gd name="textAreaLeft" fmla="*/ 0 w 210960"/>
                      <a:gd name="textAreaRight" fmla="*/ 211320 w 210960"/>
                      <a:gd name="textAreaTop" fmla="*/ 0 h 358920"/>
                      <a:gd name="textAreaBottom" fmla="*/ 359280 h 358920"/>
                    </a:gdLst>
                    <a:ahLst/>
                    <a:cxnLst/>
                    <a:rect l="textAreaLeft" t="textAreaTop" r="textAreaRight" b="textAreaBottom"/>
                    <a:pathLst>
                      <a:path w="7894" h="13436">
                        <a:moveTo>
                          <a:pt x="5046" y="1"/>
                        </a:moveTo>
                        <a:cubicBezTo>
                          <a:pt x="3059" y="1"/>
                          <a:pt x="1449" y="2871"/>
                          <a:pt x="842" y="4455"/>
                        </a:cubicBezTo>
                        <a:cubicBezTo>
                          <a:pt x="28" y="6517"/>
                          <a:pt x="1" y="8904"/>
                          <a:pt x="679" y="10992"/>
                        </a:cubicBezTo>
                        <a:cubicBezTo>
                          <a:pt x="1059" y="12158"/>
                          <a:pt x="1900" y="13406"/>
                          <a:pt x="3120" y="13433"/>
                        </a:cubicBezTo>
                        <a:cubicBezTo>
                          <a:pt x="3148" y="13434"/>
                          <a:pt x="3175" y="13435"/>
                          <a:pt x="3202" y="13435"/>
                        </a:cubicBezTo>
                        <a:cubicBezTo>
                          <a:pt x="4380" y="13435"/>
                          <a:pt x="5222" y="12297"/>
                          <a:pt x="5805" y="11263"/>
                        </a:cubicBezTo>
                        <a:cubicBezTo>
                          <a:pt x="6809" y="9473"/>
                          <a:pt x="7623" y="7520"/>
                          <a:pt x="7758" y="5432"/>
                        </a:cubicBezTo>
                        <a:cubicBezTo>
                          <a:pt x="7894" y="3750"/>
                          <a:pt x="7487" y="224"/>
                          <a:pt x="5209" y="7"/>
                        </a:cubicBezTo>
                        <a:cubicBezTo>
                          <a:pt x="5154" y="3"/>
                          <a:pt x="5100" y="1"/>
                          <a:pt x="5046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1" name="Google Shape;1659;p49"/>
                  <p:cNvSpPr/>
                  <p:nvPr/>
                </p:nvSpPr>
                <p:spPr>
                  <a:xfrm>
                    <a:off x="6157440" y="3578760"/>
                    <a:ext cx="135360" cy="277920"/>
                  </a:xfrm>
                  <a:custGeom>
                    <a:avLst/>
                    <a:gdLst>
                      <a:gd name="textAreaLeft" fmla="*/ 0 w 135360"/>
                      <a:gd name="textAreaRight" fmla="*/ 135720 w 135360"/>
                      <a:gd name="textAreaTop" fmla="*/ 0 h 277920"/>
                      <a:gd name="textAreaBottom" fmla="*/ 278280 h 277920"/>
                    </a:gdLst>
                    <a:ahLst/>
                    <a:cxnLst/>
                    <a:rect l="textAreaLeft" t="textAreaTop" r="textAreaRight" b="textAreaBottom"/>
                    <a:pathLst>
                      <a:path w="5073" h="10397">
                        <a:moveTo>
                          <a:pt x="2274" y="0"/>
                        </a:moveTo>
                        <a:cubicBezTo>
                          <a:pt x="2120" y="0"/>
                          <a:pt x="1958" y="33"/>
                          <a:pt x="1790" y="104"/>
                        </a:cubicBezTo>
                        <a:cubicBezTo>
                          <a:pt x="1519" y="240"/>
                          <a:pt x="1356" y="511"/>
                          <a:pt x="1221" y="783"/>
                        </a:cubicBezTo>
                        <a:cubicBezTo>
                          <a:pt x="244" y="2980"/>
                          <a:pt x="0" y="6885"/>
                          <a:pt x="1546" y="9164"/>
                        </a:cubicBezTo>
                        <a:cubicBezTo>
                          <a:pt x="1790" y="9516"/>
                          <a:pt x="2089" y="9842"/>
                          <a:pt x="2441" y="10113"/>
                        </a:cubicBezTo>
                        <a:cubicBezTo>
                          <a:pt x="2672" y="10274"/>
                          <a:pt x="2980" y="10396"/>
                          <a:pt x="3267" y="10396"/>
                        </a:cubicBezTo>
                        <a:cubicBezTo>
                          <a:pt x="3318" y="10396"/>
                          <a:pt x="3369" y="10393"/>
                          <a:pt x="3418" y="10384"/>
                        </a:cubicBezTo>
                        <a:cubicBezTo>
                          <a:pt x="3771" y="10303"/>
                          <a:pt x="3988" y="10059"/>
                          <a:pt x="4177" y="9760"/>
                        </a:cubicBezTo>
                        <a:cubicBezTo>
                          <a:pt x="5072" y="8133"/>
                          <a:pt x="5018" y="5285"/>
                          <a:pt x="4666" y="3522"/>
                        </a:cubicBezTo>
                        <a:cubicBezTo>
                          <a:pt x="4495" y="2571"/>
                          <a:pt x="3645" y="0"/>
                          <a:pt x="2274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2" name="Google Shape;1660;p49"/>
                  <p:cNvSpPr/>
                  <p:nvPr/>
                </p:nvSpPr>
                <p:spPr>
                  <a:xfrm>
                    <a:off x="5794560" y="3674880"/>
                    <a:ext cx="551160" cy="605880"/>
                  </a:xfrm>
                  <a:custGeom>
                    <a:avLst/>
                    <a:gdLst>
                      <a:gd name="textAreaLeft" fmla="*/ 0 w 551160"/>
                      <a:gd name="textAreaRight" fmla="*/ 551520 w 551160"/>
                      <a:gd name="textAreaTop" fmla="*/ 0 h 605880"/>
                      <a:gd name="textAreaBottom" fmla="*/ 606240 h 605880"/>
                    </a:gdLst>
                    <a:ahLst/>
                    <a:cxnLst/>
                    <a:rect l="textAreaLeft" t="textAreaTop" r="textAreaRight" b="textAreaBottom"/>
                    <a:pathLst>
                      <a:path w="20615" h="22660">
                        <a:moveTo>
                          <a:pt x="11979" y="1"/>
                        </a:moveTo>
                        <a:cubicBezTo>
                          <a:pt x="11114" y="1"/>
                          <a:pt x="10249" y="211"/>
                          <a:pt x="9494" y="635"/>
                        </a:cubicBezTo>
                        <a:cubicBezTo>
                          <a:pt x="7921" y="1503"/>
                          <a:pt x="6890" y="3185"/>
                          <a:pt x="6808" y="4975"/>
                        </a:cubicBezTo>
                        <a:cubicBezTo>
                          <a:pt x="6394" y="4169"/>
                          <a:pt x="5490" y="3660"/>
                          <a:pt x="4588" y="3660"/>
                        </a:cubicBezTo>
                        <a:cubicBezTo>
                          <a:pt x="4367" y="3660"/>
                          <a:pt x="4147" y="3690"/>
                          <a:pt x="3933" y="3754"/>
                        </a:cubicBezTo>
                        <a:cubicBezTo>
                          <a:pt x="2848" y="4107"/>
                          <a:pt x="2089" y="5301"/>
                          <a:pt x="2279" y="6413"/>
                        </a:cubicBezTo>
                        <a:cubicBezTo>
                          <a:pt x="2134" y="6358"/>
                          <a:pt x="1986" y="6332"/>
                          <a:pt x="1841" y="6332"/>
                        </a:cubicBezTo>
                        <a:cubicBezTo>
                          <a:pt x="1198" y="6332"/>
                          <a:pt x="586" y="6829"/>
                          <a:pt x="299" y="7470"/>
                        </a:cubicBezTo>
                        <a:cubicBezTo>
                          <a:pt x="0" y="8203"/>
                          <a:pt x="109" y="9098"/>
                          <a:pt x="299" y="9857"/>
                        </a:cubicBezTo>
                        <a:cubicBezTo>
                          <a:pt x="1601" y="15499"/>
                          <a:pt x="6103" y="20273"/>
                          <a:pt x="11664" y="21846"/>
                        </a:cubicBezTo>
                        <a:cubicBezTo>
                          <a:pt x="12332" y="22027"/>
                          <a:pt x="13062" y="22157"/>
                          <a:pt x="13767" y="22157"/>
                        </a:cubicBezTo>
                        <a:cubicBezTo>
                          <a:pt x="14749" y="22157"/>
                          <a:pt x="15681" y="21906"/>
                          <a:pt x="16329" y="21195"/>
                        </a:cubicBezTo>
                        <a:lnTo>
                          <a:pt x="16329" y="21195"/>
                        </a:lnTo>
                        <a:lnTo>
                          <a:pt x="15352" y="22660"/>
                        </a:lnTo>
                        <a:cubicBezTo>
                          <a:pt x="17794" y="20842"/>
                          <a:pt x="19313" y="17967"/>
                          <a:pt x="19964" y="14984"/>
                        </a:cubicBezTo>
                        <a:cubicBezTo>
                          <a:pt x="20615" y="12081"/>
                          <a:pt x="20452" y="8962"/>
                          <a:pt x="19909" y="5979"/>
                        </a:cubicBezTo>
                        <a:cubicBezTo>
                          <a:pt x="19665" y="4541"/>
                          <a:pt x="19313" y="3076"/>
                          <a:pt x="18417" y="1937"/>
                        </a:cubicBezTo>
                        <a:cubicBezTo>
                          <a:pt x="17722" y="1099"/>
                          <a:pt x="16642" y="476"/>
                          <a:pt x="15582" y="476"/>
                        </a:cubicBezTo>
                        <a:cubicBezTo>
                          <a:pt x="15237" y="476"/>
                          <a:pt x="14893" y="543"/>
                          <a:pt x="14566" y="689"/>
                        </a:cubicBezTo>
                        <a:cubicBezTo>
                          <a:pt x="13789" y="232"/>
                          <a:pt x="12884" y="1"/>
                          <a:pt x="11979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3" name="Google Shape;1661;p49"/>
                  <p:cNvSpPr/>
                  <p:nvPr/>
                </p:nvSpPr>
                <p:spPr>
                  <a:xfrm>
                    <a:off x="6233040" y="3691080"/>
                    <a:ext cx="45360" cy="4017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01760"/>
                      <a:gd name="textAreaBottom" fmla="*/ 402120 h 401760"/>
                    </a:gdLst>
                    <a:ahLst/>
                    <a:cxnLst/>
                    <a:rect l="textAreaLeft" t="textAreaTop" r="textAreaRight" b="textAreaBottom"/>
                    <a:pathLst>
                      <a:path w="1709" h="15027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760" y="1790"/>
                          <a:pt x="1221" y="3906"/>
                          <a:pt x="1302" y="6239"/>
                        </a:cubicBezTo>
                        <a:cubicBezTo>
                          <a:pt x="1411" y="9114"/>
                          <a:pt x="1004" y="12043"/>
                          <a:pt x="624" y="14891"/>
                        </a:cubicBezTo>
                        <a:cubicBezTo>
                          <a:pt x="597" y="14918"/>
                          <a:pt x="678" y="15000"/>
                          <a:pt x="733" y="15027"/>
                        </a:cubicBezTo>
                        <a:cubicBezTo>
                          <a:pt x="841" y="15027"/>
                          <a:pt x="868" y="14945"/>
                          <a:pt x="895" y="14891"/>
                        </a:cubicBezTo>
                        <a:cubicBezTo>
                          <a:pt x="1302" y="12043"/>
                          <a:pt x="1709" y="9114"/>
                          <a:pt x="1573" y="6211"/>
                        </a:cubicBezTo>
                        <a:cubicBezTo>
                          <a:pt x="1492" y="3906"/>
                          <a:pt x="1085" y="1872"/>
                          <a:pt x="326" y="109"/>
                        </a:cubicBezTo>
                        <a:cubicBezTo>
                          <a:pt x="217" y="81"/>
                          <a:pt x="82" y="2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4" name="Google Shape;1662;p49"/>
                  <p:cNvSpPr/>
                  <p:nvPr/>
                </p:nvSpPr>
                <p:spPr>
                  <a:xfrm>
                    <a:off x="5812920" y="3678120"/>
                    <a:ext cx="394560" cy="58896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0 h 588960"/>
                      <a:gd name="textAreaBottom" fmla="*/ 589320 h 588960"/>
                    </a:gdLst>
                    <a:ahLst/>
                    <a:cxnLst/>
                    <a:rect l="textAreaLeft" t="textAreaTop" r="textAreaRight" b="textAreaBottom"/>
                    <a:pathLst>
                      <a:path w="14756" h="22026">
                        <a:moveTo>
                          <a:pt x="6076" y="4720"/>
                        </a:moveTo>
                        <a:cubicBezTo>
                          <a:pt x="6076" y="4757"/>
                          <a:pt x="6082" y="4783"/>
                          <a:pt x="6090" y="4802"/>
                        </a:cubicBezTo>
                        <a:lnTo>
                          <a:pt x="6090" y="4802"/>
                        </a:lnTo>
                        <a:cubicBezTo>
                          <a:pt x="6086" y="4775"/>
                          <a:pt x="6081" y="4748"/>
                          <a:pt x="6076" y="4720"/>
                        </a:cubicBezTo>
                        <a:close/>
                        <a:moveTo>
                          <a:pt x="10172" y="1"/>
                        </a:moveTo>
                        <a:cubicBezTo>
                          <a:pt x="10063" y="55"/>
                          <a:pt x="9982" y="55"/>
                          <a:pt x="9901" y="82"/>
                        </a:cubicBezTo>
                        <a:cubicBezTo>
                          <a:pt x="10226" y="1221"/>
                          <a:pt x="10497" y="2388"/>
                          <a:pt x="10796" y="3500"/>
                        </a:cubicBezTo>
                        <a:cubicBezTo>
                          <a:pt x="11691" y="7026"/>
                          <a:pt x="12559" y="10661"/>
                          <a:pt x="13047" y="14295"/>
                        </a:cubicBezTo>
                        <a:cubicBezTo>
                          <a:pt x="13345" y="16492"/>
                          <a:pt x="13454" y="18771"/>
                          <a:pt x="13454" y="20995"/>
                        </a:cubicBezTo>
                        <a:lnTo>
                          <a:pt x="13345" y="20886"/>
                        </a:lnTo>
                        <a:lnTo>
                          <a:pt x="11582" y="13400"/>
                        </a:lnTo>
                        <a:cubicBezTo>
                          <a:pt x="10606" y="9331"/>
                          <a:pt x="9629" y="5100"/>
                          <a:pt x="7894" y="1194"/>
                        </a:cubicBezTo>
                        <a:lnTo>
                          <a:pt x="7704" y="1411"/>
                        </a:lnTo>
                        <a:cubicBezTo>
                          <a:pt x="9385" y="5263"/>
                          <a:pt x="10362" y="9440"/>
                          <a:pt x="11311" y="13481"/>
                        </a:cubicBezTo>
                        <a:lnTo>
                          <a:pt x="12939" y="20317"/>
                        </a:lnTo>
                        <a:cubicBezTo>
                          <a:pt x="9467" y="15516"/>
                          <a:pt x="7134" y="9955"/>
                          <a:pt x="6239" y="4097"/>
                        </a:cubicBezTo>
                        <a:cubicBezTo>
                          <a:pt x="6158" y="4368"/>
                          <a:pt x="6130" y="4585"/>
                          <a:pt x="6130" y="4856"/>
                        </a:cubicBezTo>
                        <a:cubicBezTo>
                          <a:pt x="6116" y="4841"/>
                          <a:pt x="6101" y="4826"/>
                          <a:pt x="6090" y="4802"/>
                        </a:cubicBezTo>
                        <a:lnTo>
                          <a:pt x="6090" y="4802"/>
                        </a:lnTo>
                        <a:cubicBezTo>
                          <a:pt x="7102" y="10658"/>
                          <a:pt x="9510" y="16189"/>
                          <a:pt x="13047" y="20940"/>
                        </a:cubicBezTo>
                        <a:cubicBezTo>
                          <a:pt x="10443" y="19205"/>
                          <a:pt x="8246" y="16465"/>
                          <a:pt x="6619" y="12939"/>
                        </a:cubicBezTo>
                        <a:cubicBezTo>
                          <a:pt x="5208" y="9955"/>
                          <a:pt x="4395" y="6700"/>
                          <a:pt x="3662" y="3554"/>
                        </a:cubicBezTo>
                        <a:cubicBezTo>
                          <a:pt x="3554" y="3554"/>
                          <a:pt x="3499" y="3581"/>
                          <a:pt x="3391" y="3608"/>
                        </a:cubicBezTo>
                        <a:cubicBezTo>
                          <a:pt x="4123" y="6809"/>
                          <a:pt x="4991" y="10064"/>
                          <a:pt x="6375" y="13075"/>
                        </a:cubicBezTo>
                        <a:cubicBezTo>
                          <a:pt x="7785" y="16194"/>
                          <a:pt x="9684" y="18689"/>
                          <a:pt x="11935" y="20452"/>
                        </a:cubicBezTo>
                        <a:cubicBezTo>
                          <a:pt x="9304" y="18798"/>
                          <a:pt x="7378" y="16546"/>
                          <a:pt x="6130" y="14729"/>
                        </a:cubicBezTo>
                        <a:cubicBezTo>
                          <a:pt x="4123" y="11854"/>
                          <a:pt x="2767" y="8708"/>
                          <a:pt x="1628" y="5588"/>
                        </a:cubicBezTo>
                        <a:cubicBezTo>
                          <a:pt x="1601" y="5805"/>
                          <a:pt x="1601" y="6049"/>
                          <a:pt x="1628" y="6294"/>
                        </a:cubicBezTo>
                        <a:lnTo>
                          <a:pt x="1601" y="6294"/>
                        </a:lnTo>
                        <a:cubicBezTo>
                          <a:pt x="2713" y="9196"/>
                          <a:pt x="4042" y="12179"/>
                          <a:pt x="5886" y="14892"/>
                        </a:cubicBezTo>
                        <a:cubicBezTo>
                          <a:pt x="7215" y="16791"/>
                          <a:pt x="9250" y="19177"/>
                          <a:pt x="12071" y="20913"/>
                        </a:cubicBezTo>
                        <a:cubicBezTo>
                          <a:pt x="11447" y="20669"/>
                          <a:pt x="10850" y="20371"/>
                          <a:pt x="10280" y="20018"/>
                        </a:cubicBezTo>
                        <a:cubicBezTo>
                          <a:pt x="5208" y="17279"/>
                          <a:pt x="1492" y="12179"/>
                          <a:pt x="245" y="6565"/>
                        </a:cubicBezTo>
                        <a:cubicBezTo>
                          <a:pt x="163" y="6619"/>
                          <a:pt x="55" y="6700"/>
                          <a:pt x="0" y="6755"/>
                        </a:cubicBezTo>
                        <a:cubicBezTo>
                          <a:pt x="1275" y="12396"/>
                          <a:pt x="5045" y="17469"/>
                          <a:pt x="10145" y="20235"/>
                        </a:cubicBezTo>
                        <a:cubicBezTo>
                          <a:pt x="11175" y="20805"/>
                          <a:pt x="12206" y="21239"/>
                          <a:pt x="13264" y="21591"/>
                        </a:cubicBezTo>
                        <a:lnTo>
                          <a:pt x="13318" y="21890"/>
                        </a:lnTo>
                        <a:cubicBezTo>
                          <a:pt x="13318" y="21944"/>
                          <a:pt x="13400" y="21971"/>
                          <a:pt x="13427" y="21971"/>
                        </a:cubicBezTo>
                        <a:lnTo>
                          <a:pt x="13427" y="22025"/>
                        </a:lnTo>
                        <a:cubicBezTo>
                          <a:pt x="13535" y="22025"/>
                          <a:pt x="13590" y="22025"/>
                          <a:pt x="13698" y="21971"/>
                        </a:cubicBezTo>
                        <a:lnTo>
                          <a:pt x="13698" y="21727"/>
                        </a:lnTo>
                        <a:cubicBezTo>
                          <a:pt x="13834" y="21781"/>
                          <a:pt x="13969" y="21863"/>
                          <a:pt x="14105" y="21890"/>
                        </a:cubicBezTo>
                        <a:cubicBezTo>
                          <a:pt x="14295" y="21808"/>
                          <a:pt x="14539" y="21754"/>
                          <a:pt x="14756" y="21673"/>
                        </a:cubicBezTo>
                        <a:cubicBezTo>
                          <a:pt x="14485" y="21646"/>
                          <a:pt x="14132" y="21591"/>
                          <a:pt x="13834" y="21510"/>
                        </a:cubicBezTo>
                        <a:cubicBezTo>
                          <a:pt x="13807" y="21510"/>
                          <a:pt x="13807" y="21483"/>
                          <a:pt x="13752" y="21483"/>
                        </a:cubicBezTo>
                        <a:cubicBezTo>
                          <a:pt x="13752" y="21429"/>
                          <a:pt x="13752" y="21402"/>
                          <a:pt x="13725" y="21402"/>
                        </a:cubicBezTo>
                        <a:lnTo>
                          <a:pt x="13725" y="21374"/>
                        </a:lnTo>
                        <a:cubicBezTo>
                          <a:pt x="13752" y="18988"/>
                          <a:pt x="13617" y="16628"/>
                          <a:pt x="13318" y="14241"/>
                        </a:cubicBezTo>
                        <a:cubicBezTo>
                          <a:pt x="12830" y="10579"/>
                          <a:pt x="11935" y="6972"/>
                          <a:pt x="11067" y="3446"/>
                        </a:cubicBezTo>
                        <a:cubicBezTo>
                          <a:pt x="10796" y="2306"/>
                          <a:pt x="10497" y="1167"/>
                          <a:pt x="1017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5" name="Google Shape;1663;p49"/>
                  <p:cNvSpPr/>
                  <p:nvPr/>
                </p:nvSpPr>
                <p:spPr>
                  <a:xfrm>
                    <a:off x="6146640" y="3678840"/>
                    <a:ext cx="94680" cy="527040"/>
                  </a:xfrm>
                  <a:custGeom>
                    <a:avLst/>
                    <a:gdLst>
                      <a:gd name="textAreaLeft" fmla="*/ 0 w 94680"/>
                      <a:gd name="textAreaRight" fmla="*/ 95040 w 94680"/>
                      <a:gd name="textAreaTop" fmla="*/ 0 h 527040"/>
                      <a:gd name="textAreaBottom" fmla="*/ 527400 h 527040"/>
                    </a:gdLst>
                    <a:ahLst/>
                    <a:cxnLst/>
                    <a:rect l="textAreaLeft" t="textAreaTop" r="textAreaRight" b="textAreaBottom"/>
                    <a:pathLst>
                      <a:path w="3554" h="19719">
                        <a:moveTo>
                          <a:pt x="0" y="0"/>
                        </a:moveTo>
                        <a:cubicBezTo>
                          <a:pt x="2577" y="6130"/>
                          <a:pt x="3282" y="13019"/>
                          <a:pt x="2035" y="19556"/>
                        </a:cubicBezTo>
                        <a:cubicBezTo>
                          <a:pt x="2035" y="19611"/>
                          <a:pt x="2062" y="19692"/>
                          <a:pt x="2116" y="19719"/>
                        </a:cubicBezTo>
                        <a:lnTo>
                          <a:pt x="2170" y="19719"/>
                        </a:lnTo>
                        <a:cubicBezTo>
                          <a:pt x="2225" y="19719"/>
                          <a:pt x="2252" y="19692"/>
                          <a:pt x="2306" y="19611"/>
                        </a:cubicBezTo>
                        <a:cubicBezTo>
                          <a:pt x="3554" y="13074"/>
                          <a:pt x="2848" y="6238"/>
                          <a:pt x="326" y="81"/>
                        </a:cubicBezTo>
                        <a:cubicBezTo>
                          <a:pt x="245" y="54"/>
                          <a:pt x="109" y="2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6" name="Google Shape;1664;p49"/>
                  <p:cNvSpPr/>
                  <p:nvPr/>
                </p:nvSpPr>
                <p:spPr>
                  <a:xfrm>
                    <a:off x="6211800" y="4261680"/>
                    <a:ext cx="9720" cy="11160"/>
                  </a:xfrm>
                  <a:custGeom>
                    <a:avLst/>
                    <a:gdLst>
                      <a:gd name="textAreaLeft" fmla="*/ 0 w 9720"/>
                      <a:gd name="textAreaRight" fmla="*/ 10080 w 9720"/>
                      <a:gd name="textAreaTop" fmla="*/ 0 h 11160"/>
                      <a:gd name="textAreaBottom" fmla="*/ 11520 h 11160"/>
                    </a:gdLst>
                    <a:ahLst/>
                    <a:cxnLst/>
                    <a:rect l="textAreaLeft" t="textAreaTop" r="textAreaRight" b="textAreaBottom"/>
                    <a:pathLst>
                      <a:path w="381" h="426">
                        <a:moveTo>
                          <a:pt x="272" y="0"/>
                        </a:moveTo>
                        <a:lnTo>
                          <a:pt x="1" y="407"/>
                        </a:lnTo>
                        <a:lnTo>
                          <a:pt x="28" y="407"/>
                        </a:lnTo>
                        <a:cubicBezTo>
                          <a:pt x="34" y="420"/>
                          <a:pt x="44" y="426"/>
                          <a:pt x="55" y="426"/>
                        </a:cubicBezTo>
                        <a:cubicBezTo>
                          <a:pt x="89" y="426"/>
                          <a:pt x="136" y="374"/>
                          <a:pt x="136" y="353"/>
                        </a:cubicBezTo>
                        <a:lnTo>
                          <a:pt x="136" y="272"/>
                        </a:lnTo>
                        <a:lnTo>
                          <a:pt x="245" y="272"/>
                        </a:lnTo>
                        <a:cubicBezTo>
                          <a:pt x="299" y="272"/>
                          <a:pt x="326" y="217"/>
                          <a:pt x="380" y="163"/>
                        </a:cubicBezTo>
                        <a:cubicBezTo>
                          <a:pt x="380" y="109"/>
                          <a:pt x="326" y="55"/>
                          <a:pt x="27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5760" bIns="57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7" name="Google Shape;1665;p49"/>
                  <p:cNvSpPr/>
                  <p:nvPr/>
                </p:nvSpPr>
                <p:spPr>
                  <a:xfrm>
                    <a:off x="5794560" y="3674880"/>
                    <a:ext cx="518400" cy="282960"/>
                  </a:xfrm>
                  <a:custGeom>
                    <a:avLst/>
                    <a:gdLst>
                      <a:gd name="textAreaLeft" fmla="*/ 0 w 518400"/>
                      <a:gd name="textAreaRight" fmla="*/ 518760 w 518400"/>
                      <a:gd name="textAreaTop" fmla="*/ 0 h 282960"/>
                      <a:gd name="textAreaBottom" fmla="*/ 283320 h 282960"/>
                    </a:gdLst>
                    <a:ahLst/>
                    <a:cxnLst/>
                    <a:rect l="textAreaLeft" t="textAreaTop" r="textAreaRight" b="textAreaBottom"/>
                    <a:pathLst>
                      <a:path w="19394" h="10590">
                        <a:moveTo>
                          <a:pt x="11979" y="1"/>
                        </a:moveTo>
                        <a:cubicBezTo>
                          <a:pt x="11114" y="1"/>
                          <a:pt x="10249" y="211"/>
                          <a:pt x="9494" y="635"/>
                        </a:cubicBezTo>
                        <a:cubicBezTo>
                          <a:pt x="7921" y="1503"/>
                          <a:pt x="6890" y="3185"/>
                          <a:pt x="6808" y="4975"/>
                        </a:cubicBezTo>
                        <a:cubicBezTo>
                          <a:pt x="6394" y="4169"/>
                          <a:pt x="5490" y="3660"/>
                          <a:pt x="4588" y="3660"/>
                        </a:cubicBezTo>
                        <a:cubicBezTo>
                          <a:pt x="4367" y="3660"/>
                          <a:pt x="4147" y="3690"/>
                          <a:pt x="3933" y="3754"/>
                        </a:cubicBezTo>
                        <a:cubicBezTo>
                          <a:pt x="2848" y="4107"/>
                          <a:pt x="2089" y="5301"/>
                          <a:pt x="2279" y="6413"/>
                        </a:cubicBezTo>
                        <a:cubicBezTo>
                          <a:pt x="2134" y="6358"/>
                          <a:pt x="1986" y="6332"/>
                          <a:pt x="1841" y="6332"/>
                        </a:cubicBezTo>
                        <a:cubicBezTo>
                          <a:pt x="1198" y="6332"/>
                          <a:pt x="586" y="6829"/>
                          <a:pt x="299" y="7470"/>
                        </a:cubicBezTo>
                        <a:cubicBezTo>
                          <a:pt x="0" y="8203"/>
                          <a:pt x="109" y="9098"/>
                          <a:pt x="299" y="9857"/>
                        </a:cubicBezTo>
                        <a:lnTo>
                          <a:pt x="516" y="10590"/>
                        </a:lnTo>
                        <a:cubicBezTo>
                          <a:pt x="570" y="10210"/>
                          <a:pt x="678" y="9830"/>
                          <a:pt x="841" y="9450"/>
                        </a:cubicBezTo>
                        <a:cubicBezTo>
                          <a:pt x="1297" y="8493"/>
                          <a:pt x="2310" y="7707"/>
                          <a:pt x="3346" y="7707"/>
                        </a:cubicBezTo>
                        <a:cubicBezTo>
                          <a:pt x="3542" y="7707"/>
                          <a:pt x="3739" y="7735"/>
                          <a:pt x="3933" y="7796"/>
                        </a:cubicBezTo>
                        <a:cubicBezTo>
                          <a:pt x="4123" y="6847"/>
                          <a:pt x="4991" y="6060"/>
                          <a:pt x="5968" y="5924"/>
                        </a:cubicBezTo>
                        <a:cubicBezTo>
                          <a:pt x="6069" y="5910"/>
                          <a:pt x="6171" y="5903"/>
                          <a:pt x="6274" y="5903"/>
                        </a:cubicBezTo>
                        <a:cubicBezTo>
                          <a:pt x="7135" y="5903"/>
                          <a:pt x="8021" y="6399"/>
                          <a:pt x="8409" y="7199"/>
                        </a:cubicBezTo>
                        <a:cubicBezTo>
                          <a:pt x="8327" y="6033"/>
                          <a:pt x="8572" y="4839"/>
                          <a:pt x="9195" y="3863"/>
                        </a:cubicBezTo>
                        <a:cubicBezTo>
                          <a:pt x="9792" y="2887"/>
                          <a:pt x="10877" y="2181"/>
                          <a:pt x="12043" y="2127"/>
                        </a:cubicBezTo>
                        <a:cubicBezTo>
                          <a:pt x="12063" y="2127"/>
                          <a:pt x="12083" y="2126"/>
                          <a:pt x="12103" y="2126"/>
                        </a:cubicBezTo>
                        <a:cubicBezTo>
                          <a:pt x="13224" y="2126"/>
                          <a:pt x="14381" y="2879"/>
                          <a:pt x="14674" y="3971"/>
                        </a:cubicBezTo>
                        <a:cubicBezTo>
                          <a:pt x="15095" y="3130"/>
                          <a:pt x="16055" y="2696"/>
                          <a:pt x="16996" y="2696"/>
                        </a:cubicBezTo>
                        <a:cubicBezTo>
                          <a:pt x="17268" y="2696"/>
                          <a:pt x="17538" y="2732"/>
                          <a:pt x="17794" y="2805"/>
                        </a:cubicBezTo>
                        <a:cubicBezTo>
                          <a:pt x="18363" y="2995"/>
                          <a:pt x="18906" y="3293"/>
                          <a:pt x="19394" y="3700"/>
                        </a:cubicBezTo>
                        <a:cubicBezTo>
                          <a:pt x="19150" y="3049"/>
                          <a:pt x="18851" y="2398"/>
                          <a:pt x="18445" y="1856"/>
                        </a:cubicBezTo>
                        <a:cubicBezTo>
                          <a:pt x="17751" y="1081"/>
                          <a:pt x="16660" y="475"/>
                          <a:pt x="15596" y="475"/>
                        </a:cubicBezTo>
                        <a:cubicBezTo>
                          <a:pt x="15245" y="475"/>
                          <a:pt x="14896" y="541"/>
                          <a:pt x="14566" y="689"/>
                        </a:cubicBezTo>
                        <a:cubicBezTo>
                          <a:pt x="13789" y="232"/>
                          <a:pt x="12884" y="1"/>
                          <a:pt x="11979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8" name="Google Shape;1666;p49"/>
                  <p:cNvSpPr/>
                  <p:nvPr/>
                </p:nvSpPr>
                <p:spPr>
                  <a:xfrm>
                    <a:off x="6074640" y="3766680"/>
                    <a:ext cx="368280" cy="563760"/>
                  </a:xfrm>
                  <a:custGeom>
                    <a:avLst/>
                    <a:gdLst>
                      <a:gd name="textAreaLeft" fmla="*/ 0 w 368280"/>
                      <a:gd name="textAreaRight" fmla="*/ 368640 w 368280"/>
                      <a:gd name="textAreaTop" fmla="*/ 0 h 563760"/>
                      <a:gd name="textAreaBottom" fmla="*/ 564120 h 563760"/>
                    </a:gdLst>
                    <a:ahLst/>
                    <a:cxnLst/>
                    <a:rect l="textAreaLeft" t="textAreaTop" r="textAreaRight" b="textAreaBottom"/>
                    <a:pathLst>
                      <a:path w="13780" h="21081">
                        <a:moveTo>
                          <a:pt x="8602" y="0"/>
                        </a:moveTo>
                        <a:cubicBezTo>
                          <a:pt x="8427" y="0"/>
                          <a:pt x="8253" y="43"/>
                          <a:pt x="8110" y="139"/>
                        </a:cubicBezTo>
                        <a:cubicBezTo>
                          <a:pt x="7486" y="518"/>
                          <a:pt x="7486" y="1386"/>
                          <a:pt x="7541" y="2092"/>
                        </a:cubicBezTo>
                        <a:cubicBezTo>
                          <a:pt x="7441" y="1667"/>
                          <a:pt x="6995" y="1380"/>
                          <a:pt x="6565" y="1380"/>
                        </a:cubicBezTo>
                        <a:cubicBezTo>
                          <a:pt x="6528" y="1380"/>
                          <a:pt x="6492" y="1382"/>
                          <a:pt x="6456" y="1386"/>
                        </a:cubicBezTo>
                        <a:cubicBezTo>
                          <a:pt x="5967" y="1468"/>
                          <a:pt x="5588" y="1820"/>
                          <a:pt x="5371" y="2227"/>
                        </a:cubicBezTo>
                        <a:cubicBezTo>
                          <a:pt x="5127" y="2688"/>
                          <a:pt x="5045" y="3149"/>
                          <a:pt x="4991" y="3638"/>
                        </a:cubicBezTo>
                        <a:cubicBezTo>
                          <a:pt x="4693" y="6540"/>
                          <a:pt x="5127" y="9523"/>
                          <a:pt x="4313" y="12344"/>
                        </a:cubicBezTo>
                        <a:cubicBezTo>
                          <a:pt x="4015" y="13321"/>
                          <a:pt x="3553" y="14243"/>
                          <a:pt x="2984" y="15057"/>
                        </a:cubicBezTo>
                        <a:cubicBezTo>
                          <a:pt x="2143" y="16304"/>
                          <a:pt x="0" y="17471"/>
                          <a:pt x="1383" y="19044"/>
                        </a:cubicBezTo>
                        <a:cubicBezTo>
                          <a:pt x="2485" y="20328"/>
                          <a:pt x="4219" y="21081"/>
                          <a:pt x="5877" y="21081"/>
                        </a:cubicBezTo>
                        <a:cubicBezTo>
                          <a:pt x="5934" y="21081"/>
                          <a:pt x="5992" y="21080"/>
                          <a:pt x="6049" y="21078"/>
                        </a:cubicBezTo>
                        <a:cubicBezTo>
                          <a:pt x="8544" y="21024"/>
                          <a:pt x="10877" y="19396"/>
                          <a:pt x="12179" y="17199"/>
                        </a:cubicBezTo>
                        <a:cubicBezTo>
                          <a:pt x="13426" y="14975"/>
                          <a:pt x="13779" y="12344"/>
                          <a:pt x="13535" y="9822"/>
                        </a:cubicBezTo>
                        <a:cubicBezTo>
                          <a:pt x="13291" y="7299"/>
                          <a:pt x="12559" y="4858"/>
                          <a:pt x="11772" y="2444"/>
                        </a:cubicBezTo>
                        <a:cubicBezTo>
                          <a:pt x="11609" y="1902"/>
                          <a:pt x="11392" y="1332"/>
                          <a:pt x="10958" y="979"/>
                        </a:cubicBezTo>
                        <a:cubicBezTo>
                          <a:pt x="10789" y="853"/>
                          <a:pt x="10566" y="787"/>
                          <a:pt x="10348" y="787"/>
                        </a:cubicBezTo>
                        <a:cubicBezTo>
                          <a:pt x="10006" y="787"/>
                          <a:pt x="9674" y="947"/>
                          <a:pt x="9575" y="1278"/>
                        </a:cubicBezTo>
                        <a:cubicBezTo>
                          <a:pt x="9656" y="925"/>
                          <a:pt x="9521" y="437"/>
                          <a:pt x="9222" y="193"/>
                        </a:cubicBezTo>
                        <a:cubicBezTo>
                          <a:pt x="9055" y="71"/>
                          <a:pt x="8827" y="0"/>
                          <a:pt x="8602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9" name="Google Shape;1667;p49"/>
                  <p:cNvSpPr/>
                  <p:nvPr/>
                </p:nvSpPr>
                <p:spPr>
                  <a:xfrm>
                    <a:off x="6166080" y="3789000"/>
                    <a:ext cx="221040" cy="529560"/>
                  </a:xfrm>
                  <a:custGeom>
                    <a:avLst/>
                    <a:gdLst>
                      <a:gd name="textAreaLeft" fmla="*/ 0 w 221040"/>
                      <a:gd name="textAreaRight" fmla="*/ 221400 w 221040"/>
                      <a:gd name="textAreaTop" fmla="*/ 0 h 529560"/>
                      <a:gd name="textAreaBottom" fmla="*/ 529920 h 529560"/>
                    </a:gdLst>
                    <a:ahLst/>
                    <a:cxnLst/>
                    <a:rect l="textAreaLeft" t="textAreaTop" r="textAreaRight" b="textAreaBottom"/>
                    <a:pathLst>
                      <a:path w="8274" h="19802">
                        <a:moveTo>
                          <a:pt x="6782" y="1"/>
                        </a:moveTo>
                        <a:cubicBezTo>
                          <a:pt x="7324" y="2116"/>
                          <a:pt x="7785" y="4314"/>
                          <a:pt x="7867" y="6483"/>
                        </a:cubicBezTo>
                        <a:cubicBezTo>
                          <a:pt x="8002" y="9386"/>
                          <a:pt x="7541" y="11935"/>
                          <a:pt x="6456" y="14078"/>
                        </a:cubicBezTo>
                        <a:cubicBezTo>
                          <a:pt x="5127" y="16655"/>
                          <a:pt x="2767" y="18689"/>
                          <a:pt x="1" y="19666"/>
                        </a:cubicBezTo>
                        <a:cubicBezTo>
                          <a:pt x="109" y="19693"/>
                          <a:pt x="245" y="19774"/>
                          <a:pt x="353" y="19801"/>
                        </a:cubicBezTo>
                        <a:cubicBezTo>
                          <a:pt x="3039" y="18743"/>
                          <a:pt x="5371" y="16709"/>
                          <a:pt x="6700" y="14187"/>
                        </a:cubicBezTo>
                        <a:cubicBezTo>
                          <a:pt x="7812" y="12017"/>
                          <a:pt x="8274" y="9440"/>
                          <a:pt x="8138" y="6483"/>
                        </a:cubicBezTo>
                        <a:cubicBezTo>
                          <a:pt x="8002" y="4286"/>
                          <a:pt x="7541" y="2116"/>
                          <a:pt x="702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0" name="Google Shape;1668;p49"/>
                  <p:cNvSpPr/>
                  <p:nvPr/>
                </p:nvSpPr>
                <p:spPr>
                  <a:xfrm>
                    <a:off x="6151680" y="3767400"/>
                    <a:ext cx="169560" cy="544680"/>
                  </a:xfrm>
                  <a:custGeom>
                    <a:avLst/>
                    <a:gdLst>
                      <a:gd name="textAreaLeft" fmla="*/ 0 w 169560"/>
                      <a:gd name="textAreaRight" fmla="*/ 169920 w 169560"/>
                      <a:gd name="textAreaTop" fmla="*/ 0 h 544680"/>
                      <a:gd name="textAreaBottom" fmla="*/ 545040 h 544680"/>
                    </a:gdLst>
                    <a:ahLst/>
                    <a:cxnLst/>
                    <a:rect l="textAreaLeft" t="textAreaTop" r="textAreaRight" b="textAreaBottom"/>
                    <a:pathLst>
                      <a:path w="6348" h="20371">
                        <a:moveTo>
                          <a:pt x="5778" y="0"/>
                        </a:moveTo>
                        <a:cubicBezTo>
                          <a:pt x="5696" y="27"/>
                          <a:pt x="5642" y="27"/>
                          <a:pt x="5534" y="27"/>
                        </a:cubicBezTo>
                        <a:cubicBezTo>
                          <a:pt x="5913" y="3472"/>
                          <a:pt x="6103" y="7676"/>
                          <a:pt x="5100" y="11690"/>
                        </a:cubicBezTo>
                        <a:cubicBezTo>
                          <a:pt x="4205" y="15217"/>
                          <a:pt x="2387" y="18227"/>
                          <a:pt x="0" y="20262"/>
                        </a:cubicBezTo>
                        <a:cubicBezTo>
                          <a:pt x="82" y="20316"/>
                          <a:pt x="190" y="20343"/>
                          <a:pt x="244" y="20370"/>
                        </a:cubicBezTo>
                        <a:cubicBezTo>
                          <a:pt x="2631" y="18309"/>
                          <a:pt x="4421" y="15298"/>
                          <a:pt x="5344" y="11718"/>
                        </a:cubicBezTo>
                        <a:cubicBezTo>
                          <a:pt x="6347" y="7703"/>
                          <a:pt x="6157" y="3445"/>
                          <a:pt x="5778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1" name="Google Shape;1669;p49"/>
                  <p:cNvSpPr/>
                  <p:nvPr/>
                </p:nvSpPr>
                <p:spPr>
                  <a:xfrm>
                    <a:off x="6126120" y="3805920"/>
                    <a:ext cx="131040" cy="491040"/>
                  </a:xfrm>
                  <a:custGeom>
                    <a:avLst/>
                    <a:gdLst>
                      <a:gd name="textAreaLeft" fmla="*/ 0 w 131040"/>
                      <a:gd name="textAreaRight" fmla="*/ 131400 w 131040"/>
                      <a:gd name="textAreaTop" fmla="*/ 0 h 491040"/>
                      <a:gd name="textAreaBottom" fmla="*/ 491400 h 491040"/>
                    </a:gdLst>
                    <a:ahLst/>
                    <a:cxnLst/>
                    <a:rect l="textAreaLeft" t="textAreaTop" r="textAreaRight" b="textAreaBottom"/>
                    <a:pathLst>
                      <a:path w="4911" h="18364">
                        <a:moveTo>
                          <a:pt x="4476" y="1"/>
                        </a:moveTo>
                        <a:cubicBezTo>
                          <a:pt x="4422" y="1"/>
                          <a:pt x="4314" y="28"/>
                          <a:pt x="4232" y="55"/>
                        </a:cubicBezTo>
                        <a:cubicBezTo>
                          <a:pt x="4693" y="3581"/>
                          <a:pt x="4585" y="6727"/>
                          <a:pt x="3988" y="9657"/>
                        </a:cubicBezTo>
                        <a:cubicBezTo>
                          <a:pt x="3310" y="12966"/>
                          <a:pt x="1954" y="15895"/>
                          <a:pt x="1" y="18201"/>
                        </a:cubicBezTo>
                        <a:cubicBezTo>
                          <a:pt x="82" y="18255"/>
                          <a:pt x="137" y="18309"/>
                          <a:pt x="218" y="18363"/>
                        </a:cubicBezTo>
                        <a:cubicBezTo>
                          <a:pt x="2144" y="16031"/>
                          <a:pt x="3500" y="13047"/>
                          <a:pt x="4205" y="9711"/>
                        </a:cubicBezTo>
                        <a:cubicBezTo>
                          <a:pt x="4829" y="6782"/>
                          <a:pt x="4910" y="3581"/>
                          <a:pt x="447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2" name="Google Shape;1670;p49"/>
                  <p:cNvSpPr/>
                  <p:nvPr/>
                </p:nvSpPr>
                <p:spPr>
                  <a:xfrm>
                    <a:off x="5733720" y="3931200"/>
                    <a:ext cx="533160" cy="425520"/>
                  </a:xfrm>
                  <a:custGeom>
                    <a:avLst/>
                    <a:gdLst>
                      <a:gd name="textAreaLeft" fmla="*/ 0 w 533160"/>
                      <a:gd name="textAreaRight" fmla="*/ 533520 w 533160"/>
                      <a:gd name="textAreaTop" fmla="*/ 0 h 425520"/>
                      <a:gd name="textAreaBottom" fmla="*/ 425880 h 425520"/>
                    </a:gdLst>
                    <a:ahLst/>
                    <a:cxnLst/>
                    <a:rect l="textAreaLeft" t="textAreaTop" r="textAreaRight" b="textAreaBottom"/>
                    <a:pathLst>
                      <a:path w="19937" h="15918">
                        <a:moveTo>
                          <a:pt x="2713" y="0"/>
                        </a:moveTo>
                        <a:cubicBezTo>
                          <a:pt x="2668" y="0"/>
                          <a:pt x="2623" y="2"/>
                          <a:pt x="2578" y="4"/>
                        </a:cubicBezTo>
                        <a:cubicBezTo>
                          <a:pt x="1601" y="85"/>
                          <a:pt x="706" y="764"/>
                          <a:pt x="381" y="1659"/>
                        </a:cubicBezTo>
                        <a:cubicBezTo>
                          <a:pt x="1" y="2608"/>
                          <a:pt x="245" y="3693"/>
                          <a:pt x="571" y="4696"/>
                        </a:cubicBezTo>
                        <a:cubicBezTo>
                          <a:pt x="1656" y="7843"/>
                          <a:pt x="3744" y="10609"/>
                          <a:pt x="6375" y="12617"/>
                        </a:cubicBezTo>
                        <a:cubicBezTo>
                          <a:pt x="9060" y="14624"/>
                          <a:pt x="12315" y="15763"/>
                          <a:pt x="15679" y="15899"/>
                        </a:cubicBezTo>
                        <a:cubicBezTo>
                          <a:pt x="15866" y="15911"/>
                          <a:pt x="16055" y="15918"/>
                          <a:pt x="16244" y="15918"/>
                        </a:cubicBezTo>
                        <a:cubicBezTo>
                          <a:pt x="16876" y="15918"/>
                          <a:pt x="17514" y="15842"/>
                          <a:pt x="18120" y="15655"/>
                        </a:cubicBezTo>
                        <a:cubicBezTo>
                          <a:pt x="18798" y="15438"/>
                          <a:pt x="19937" y="14922"/>
                          <a:pt x="18825" y="14461"/>
                        </a:cubicBezTo>
                        <a:cubicBezTo>
                          <a:pt x="17333" y="13783"/>
                          <a:pt x="16031" y="12969"/>
                          <a:pt x="15055" y="11505"/>
                        </a:cubicBezTo>
                        <a:cubicBezTo>
                          <a:pt x="13970" y="9931"/>
                          <a:pt x="13427" y="8033"/>
                          <a:pt x="13156" y="6161"/>
                        </a:cubicBezTo>
                        <a:cubicBezTo>
                          <a:pt x="13048" y="5402"/>
                          <a:pt x="12993" y="4615"/>
                          <a:pt x="12722" y="3910"/>
                        </a:cubicBezTo>
                        <a:cubicBezTo>
                          <a:pt x="12451" y="3205"/>
                          <a:pt x="11908" y="2554"/>
                          <a:pt x="11149" y="2337"/>
                        </a:cubicBezTo>
                        <a:cubicBezTo>
                          <a:pt x="11033" y="2307"/>
                          <a:pt x="10913" y="2292"/>
                          <a:pt x="10793" y="2292"/>
                        </a:cubicBezTo>
                        <a:cubicBezTo>
                          <a:pt x="10152" y="2292"/>
                          <a:pt x="9496" y="2701"/>
                          <a:pt x="9359" y="3340"/>
                        </a:cubicBezTo>
                        <a:cubicBezTo>
                          <a:pt x="9087" y="2716"/>
                          <a:pt x="8816" y="2065"/>
                          <a:pt x="8409" y="1523"/>
                        </a:cubicBezTo>
                        <a:cubicBezTo>
                          <a:pt x="8002" y="981"/>
                          <a:pt x="7406" y="547"/>
                          <a:pt x="6728" y="492"/>
                        </a:cubicBezTo>
                        <a:cubicBezTo>
                          <a:pt x="6641" y="478"/>
                          <a:pt x="6553" y="472"/>
                          <a:pt x="6465" y="472"/>
                        </a:cubicBezTo>
                        <a:cubicBezTo>
                          <a:pt x="5864" y="472"/>
                          <a:pt x="5256" y="789"/>
                          <a:pt x="5019" y="1333"/>
                        </a:cubicBezTo>
                        <a:cubicBezTo>
                          <a:pt x="4579" y="531"/>
                          <a:pt x="3645" y="0"/>
                          <a:pt x="2713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3" name="Google Shape;1671;p49"/>
                  <p:cNvSpPr/>
                  <p:nvPr/>
                </p:nvSpPr>
                <p:spPr>
                  <a:xfrm>
                    <a:off x="5908680" y="3943080"/>
                    <a:ext cx="332640" cy="403200"/>
                  </a:xfrm>
                  <a:custGeom>
                    <a:avLst/>
                    <a:gdLst>
                      <a:gd name="textAreaLeft" fmla="*/ 0 w 332640"/>
                      <a:gd name="textAreaRight" fmla="*/ 333000 w 332640"/>
                      <a:gd name="textAreaTop" fmla="*/ 0 h 403200"/>
                      <a:gd name="textAreaBottom" fmla="*/ 403560 h 403200"/>
                    </a:gdLst>
                    <a:ahLst/>
                    <a:cxnLst/>
                    <a:rect l="textAreaLeft" t="textAreaTop" r="textAreaRight" b="textAreaBottom"/>
                    <a:pathLst>
                      <a:path w="12451" h="15081">
                        <a:moveTo>
                          <a:pt x="1" y="0"/>
                        </a:moveTo>
                        <a:cubicBezTo>
                          <a:pt x="381" y="2251"/>
                          <a:pt x="815" y="4530"/>
                          <a:pt x="1628" y="6700"/>
                        </a:cubicBezTo>
                        <a:cubicBezTo>
                          <a:pt x="2713" y="9548"/>
                          <a:pt x="4341" y="11745"/>
                          <a:pt x="6375" y="13128"/>
                        </a:cubicBezTo>
                        <a:cubicBezTo>
                          <a:pt x="7053" y="13616"/>
                          <a:pt x="7840" y="14023"/>
                          <a:pt x="8708" y="14321"/>
                        </a:cubicBezTo>
                        <a:cubicBezTo>
                          <a:pt x="9765" y="14674"/>
                          <a:pt x="10877" y="14891"/>
                          <a:pt x="12017" y="15081"/>
                        </a:cubicBezTo>
                        <a:cubicBezTo>
                          <a:pt x="12125" y="15027"/>
                          <a:pt x="12315" y="14945"/>
                          <a:pt x="12451" y="14864"/>
                        </a:cubicBezTo>
                        <a:cubicBezTo>
                          <a:pt x="9548" y="14159"/>
                          <a:pt x="7026" y="12287"/>
                          <a:pt x="5778" y="9846"/>
                        </a:cubicBezTo>
                        <a:cubicBezTo>
                          <a:pt x="4476" y="7405"/>
                          <a:pt x="4449" y="4530"/>
                          <a:pt x="4449" y="1872"/>
                        </a:cubicBezTo>
                        <a:lnTo>
                          <a:pt x="4205" y="1872"/>
                        </a:lnTo>
                        <a:cubicBezTo>
                          <a:pt x="4178" y="4530"/>
                          <a:pt x="4232" y="7432"/>
                          <a:pt x="5561" y="9954"/>
                        </a:cubicBezTo>
                        <a:cubicBezTo>
                          <a:pt x="6755" y="12233"/>
                          <a:pt x="8979" y="14023"/>
                          <a:pt x="11664" y="14864"/>
                        </a:cubicBezTo>
                        <a:cubicBezTo>
                          <a:pt x="9630" y="14538"/>
                          <a:pt x="7867" y="13887"/>
                          <a:pt x="6483" y="12938"/>
                        </a:cubicBezTo>
                        <a:cubicBezTo>
                          <a:pt x="4530" y="11582"/>
                          <a:pt x="2876" y="9412"/>
                          <a:pt x="1845" y="6591"/>
                        </a:cubicBezTo>
                        <a:cubicBezTo>
                          <a:pt x="1032" y="4475"/>
                          <a:pt x="625" y="2224"/>
                          <a:pt x="245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4" name="Google Shape;1672;p49"/>
                  <p:cNvSpPr/>
                  <p:nvPr/>
                </p:nvSpPr>
                <p:spPr>
                  <a:xfrm>
                    <a:off x="5794560" y="3931560"/>
                    <a:ext cx="429120" cy="419040"/>
                  </a:xfrm>
                  <a:custGeom>
                    <a:avLst/>
                    <a:gdLst>
                      <a:gd name="textAreaLeft" fmla="*/ 0 w 429120"/>
                      <a:gd name="textAreaRight" fmla="*/ 429480 w 429120"/>
                      <a:gd name="textAreaTop" fmla="*/ 0 h 419040"/>
                      <a:gd name="textAreaBottom" fmla="*/ 419400 h 419040"/>
                    </a:gdLst>
                    <a:ahLst/>
                    <a:cxnLst/>
                    <a:rect l="textAreaLeft" t="textAreaTop" r="textAreaRight" b="textAreaBottom"/>
                    <a:pathLst>
                      <a:path w="16058" h="15678">
                        <a:moveTo>
                          <a:pt x="244" y="0"/>
                        </a:moveTo>
                        <a:cubicBezTo>
                          <a:pt x="163" y="0"/>
                          <a:pt x="55" y="54"/>
                          <a:pt x="0" y="54"/>
                        </a:cubicBezTo>
                        <a:cubicBezTo>
                          <a:pt x="272" y="4150"/>
                          <a:pt x="2333" y="8191"/>
                          <a:pt x="5588" y="11039"/>
                        </a:cubicBezTo>
                        <a:cubicBezTo>
                          <a:pt x="8300" y="13399"/>
                          <a:pt x="11826" y="15027"/>
                          <a:pt x="15705" y="15678"/>
                        </a:cubicBezTo>
                        <a:cubicBezTo>
                          <a:pt x="15759" y="15651"/>
                          <a:pt x="15841" y="15651"/>
                          <a:pt x="15895" y="15596"/>
                        </a:cubicBezTo>
                        <a:cubicBezTo>
                          <a:pt x="15976" y="15569"/>
                          <a:pt x="16031" y="15569"/>
                          <a:pt x="16058" y="15542"/>
                        </a:cubicBezTo>
                        <a:cubicBezTo>
                          <a:pt x="14918" y="15352"/>
                          <a:pt x="13861" y="15108"/>
                          <a:pt x="12911" y="14755"/>
                        </a:cubicBezTo>
                        <a:cubicBezTo>
                          <a:pt x="10199" y="13915"/>
                          <a:pt x="7758" y="12586"/>
                          <a:pt x="5751" y="10822"/>
                        </a:cubicBezTo>
                        <a:cubicBezTo>
                          <a:pt x="2550" y="7974"/>
                          <a:pt x="516" y="4014"/>
                          <a:pt x="244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5" name="Google Shape;1673;p49"/>
                  <p:cNvSpPr/>
                  <p:nvPr/>
                </p:nvSpPr>
                <p:spPr>
                  <a:xfrm>
                    <a:off x="5738040" y="3931200"/>
                    <a:ext cx="343080" cy="151560"/>
                  </a:xfrm>
                  <a:custGeom>
                    <a:avLst/>
                    <a:gdLst>
                      <a:gd name="textAreaLeft" fmla="*/ 0 w 343080"/>
                      <a:gd name="textAreaRight" fmla="*/ 343440 w 343080"/>
                      <a:gd name="textAreaTop" fmla="*/ 0 h 151560"/>
                      <a:gd name="textAreaBottom" fmla="*/ 151920 h 151560"/>
                    </a:gdLst>
                    <a:ahLst/>
                    <a:cxnLst/>
                    <a:rect l="textAreaLeft" t="textAreaTop" r="textAreaRight" b="textAreaBottom"/>
                    <a:pathLst>
                      <a:path w="12831" h="5673">
                        <a:moveTo>
                          <a:pt x="2550" y="0"/>
                        </a:moveTo>
                        <a:cubicBezTo>
                          <a:pt x="2505" y="0"/>
                          <a:pt x="2460" y="2"/>
                          <a:pt x="2415" y="4"/>
                        </a:cubicBezTo>
                        <a:cubicBezTo>
                          <a:pt x="1438" y="85"/>
                          <a:pt x="543" y="764"/>
                          <a:pt x="218" y="1659"/>
                        </a:cubicBezTo>
                        <a:cubicBezTo>
                          <a:pt x="1" y="2201"/>
                          <a:pt x="1" y="2798"/>
                          <a:pt x="82" y="3340"/>
                        </a:cubicBezTo>
                        <a:cubicBezTo>
                          <a:pt x="733" y="2689"/>
                          <a:pt x="1628" y="2201"/>
                          <a:pt x="2550" y="2174"/>
                        </a:cubicBezTo>
                        <a:cubicBezTo>
                          <a:pt x="2580" y="2173"/>
                          <a:pt x="2610" y="2173"/>
                          <a:pt x="2640" y="2173"/>
                        </a:cubicBezTo>
                        <a:cubicBezTo>
                          <a:pt x="3559" y="2173"/>
                          <a:pt x="4465" y="2578"/>
                          <a:pt x="4964" y="3340"/>
                        </a:cubicBezTo>
                        <a:cubicBezTo>
                          <a:pt x="5359" y="2748"/>
                          <a:pt x="6046" y="2380"/>
                          <a:pt x="6719" y="2380"/>
                        </a:cubicBezTo>
                        <a:cubicBezTo>
                          <a:pt x="6785" y="2380"/>
                          <a:pt x="6851" y="2384"/>
                          <a:pt x="6917" y="2391"/>
                        </a:cubicBezTo>
                        <a:cubicBezTo>
                          <a:pt x="7677" y="2445"/>
                          <a:pt x="8355" y="2933"/>
                          <a:pt x="8789" y="3530"/>
                        </a:cubicBezTo>
                        <a:cubicBezTo>
                          <a:pt x="9223" y="4154"/>
                          <a:pt x="9440" y="4886"/>
                          <a:pt x="9494" y="5673"/>
                        </a:cubicBezTo>
                        <a:cubicBezTo>
                          <a:pt x="9603" y="5266"/>
                          <a:pt x="9711" y="4859"/>
                          <a:pt x="9955" y="4480"/>
                        </a:cubicBezTo>
                        <a:cubicBezTo>
                          <a:pt x="10172" y="4154"/>
                          <a:pt x="10552" y="3829"/>
                          <a:pt x="10959" y="3801"/>
                        </a:cubicBezTo>
                        <a:cubicBezTo>
                          <a:pt x="10977" y="3800"/>
                          <a:pt x="10996" y="3800"/>
                          <a:pt x="11014" y="3800"/>
                        </a:cubicBezTo>
                        <a:cubicBezTo>
                          <a:pt x="11432" y="3800"/>
                          <a:pt x="11868" y="4084"/>
                          <a:pt x="12179" y="4344"/>
                        </a:cubicBezTo>
                        <a:cubicBezTo>
                          <a:pt x="12423" y="4561"/>
                          <a:pt x="12613" y="4751"/>
                          <a:pt x="12830" y="4968"/>
                        </a:cubicBezTo>
                        <a:cubicBezTo>
                          <a:pt x="12749" y="4588"/>
                          <a:pt x="12695" y="4235"/>
                          <a:pt x="12559" y="3910"/>
                        </a:cubicBezTo>
                        <a:cubicBezTo>
                          <a:pt x="12288" y="3205"/>
                          <a:pt x="11745" y="2554"/>
                          <a:pt x="10986" y="2337"/>
                        </a:cubicBezTo>
                        <a:cubicBezTo>
                          <a:pt x="10870" y="2307"/>
                          <a:pt x="10750" y="2292"/>
                          <a:pt x="10630" y="2292"/>
                        </a:cubicBezTo>
                        <a:cubicBezTo>
                          <a:pt x="9989" y="2292"/>
                          <a:pt x="9333" y="2701"/>
                          <a:pt x="9196" y="3340"/>
                        </a:cubicBezTo>
                        <a:cubicBezTo>
                          <a:pt x="8924" y="2716"/>
                          <a:pt x="8653" y="2065"/>
                          <a:pt x="8246" y="1523"/>
                        </a:cubicBezTo>
                        <a:cubicBezTo>
                          <a:pt x="7839" y="981"/>
                          <a:pt x="7243" y="547"/>
                          <a:pt x="6565" y="492"/>
                        </a:cubicBezTo>
                        <a:cubicBezTo>
                          <a:pt x="6478" y="478"/>
                          <a:pt x="6390" y="472"/>
                          <a:pt x="6302" y="472"/>
                        </a:cubicBezTo>
                        <a:cubicBezTo>
                          <a:pt x="5701" y="472"/>
                          <a:pt x="5093" y="789"/>
                          <a:pt x="4856" y="1333"/>
                        </a:cubicBezTo>
                        <a:cubicBezTo>
                          <a:pt x="4416" y="531"/>
                          <a:pt x="3482" y="0"/>
                          <a:pt x="2550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5960" bIns="759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6" name="Google Shape;1674;p49"/>
                  <p:cNvSpPr/>
                  <p:nvPr/>
                </p:nvSpPr>
                <p:spPr>
                  <a:xfrm>
                    <a:off x="6280920" y="3880440"/>
                    <a:ext cx="1080" cy="4680"/>
                  </a:xfrm>
                  <a:custGeom>
                    <a:avLst/>
                    <a:gdLst>
                      <a:gd name="textAreaLeft" fmla="*/ 0 w 1080"/>
                      <a:gd name="textAreaRight" fmla="*/ 1440 w 1080"/>
                      <a:gd name="textAreaTop" fmla="*/ 0 h 4680"/>
                      <a:gd name="textAreaBottom" fmla="*/ 5040 h 4680"/>
                    </a:gdLst>
                    <a:ahLst/>
                    <a:cxnLst/>
                    <a:rect l="textAreaLeft" t="textAreaTop" r="textAreaRight" b="textAreaBottom"/>
                    <a:pathLst>
                      <a:path w="55" h="191">
                        <a:moveTo>
                          <a:pt x="0" y="0"/>
                        </a:moveTo>
                        <a:cubicBezTo>
                          <a:pt x="0" y="82"/>
                          <a:pt x="27" y="136"/>
                          <a:pt x="27" y="190"/>
                        </a:cubicBezTo>
                        <a:cubicBezTo>
                          <a:pt x="55" y="109"/>
                          <a:pt x="27" y="5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2520" bIns="252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7" name="Google Shape;1675;p49"/>
                  <p:cNvSpPr/>
                  <p:nvPr/>
                </p:nvSpPr>
                <p:spPr>
                  <a:xfrm>
                    <a:off x="6204600" y="3767760"/>
                    <a:ext cx="189720" cy="168480"/>
                  </a:xfrm>
                  <a:custGeom>
                    <a:avLst/>
                    <a:gdLst>
                      <a:gd name="textAreaLeft" fmla="*/ 0 w 189720"/>
                      <a:gd name="textAreaRight" fmla="*/ 190080 w 189720"/>
                      <a:gd name="textAreaTop" fmla="*/ 0 h 168480"/>
                      <a:gd name="textAreaBottom" fmla="*/ 168840 h 168480"/>
                    </a:gdLst>
                    <a:ahLst/>
                    <a:cxnLst/>
                    <a:rect l="textAreaLeft" t="textAreaTop" r="textAreaRight" b="textAreaBottom"/>
                    <a:pathLst>
                      <a:path w="7107" h="6309">
                        <a:moveTo>
                          <a:pt x="3746" y="0"/>
                        </a:moveTo>
                        <a:cubicBezTo>
                          <a:pt x="3571" y="0"/>
                          <a:pt x="3398" y="42"/>
                          <a:pt x="3255" y="125"/>
                        </a:cubicBezTo>
                        <a:cubicBezTo>
                          <a:pt x="2631" y="504"/>
                          <a:pt x="2604" y="1345"/>
                          <a:pt x="2686" y="2105"/>
                        </a:cubicBezTo>
                        <a:cubicBezTo>
                          <a:pt x="2611" y="1655"/>
                          <a:pt x="2144" y="1366"/>
                          <a:pt x="1710" y="1366"/>
                        </a:cubicBezTo>
                        <a:cubicBezTo>
                          <a:pt x="1673" y="1366"/>
                          <a:pt x="1637" y="1368"/>
                          <a:pt x="1601" y="1372"/>
                        </a:cubicBezTo>
                        <a:cubicBezTo>
                          <a:pt x="1112" y="1454"/>
                          <a:pt x="706" y="1779"/>
                          <a:pt x="516" y="2240"/>
                        </a:cubicBezTo>
                        <a:cubicBezTo>
                          <a:pt x="272" y="2647"/>
                          <a:pt x="190" y="3135"/>
                          <a:pt x="136" y="3624"/>
                        </a:cubicBezTo>
                        <a:cubicBezTo>
                          <a:pt x="27" y="4492"/>
                          <a:pt x="0" y="5387"/>
                          <a:pt x="0" y="6309"/>
                        </a:cubicBezTo>
                        <a:cubicBezTo>
                          <a:pt x="299" y="5712"/>
                          <a:pt x="624" y="5224"/>
                          <a:pt x="1058" y="4682"/>
                        </a:cubicBezTo>
                        <a:cubicBezTo>
                          <a:pt x="1275" y="4329"/>
                          <a:pt x="1601" y="4003"/>
                          <a:pt x="1980" y="3895"/>
                        </a:cubicBezTo>
                        <a:cubicBezTo>
                          <a:pt x="2054" y="3872"/>
                          <a:pt x="2130" y="3861"/>
                          <a:pt x="2205" y="3861"/>
                        </a:cubicBezTo>
                        <a:cubicBezTo>
                          <a:pt x="2491" y="3861"/>
                          <a:pt x="2768" y="4017"/>
                          <a:pt x="2875" y="4275"/>
                        </a:cubicBezTo>
                        <a:cubicBezTo>
                          <a:pt x="2794" y="3786"/>
                          <a:pt x="3174" y="3244"/>
                          <a:pt x="3662" y="3190"/>
                        </a:cubicBezTo>
                        <a:cubicBezTo>
                          <a:pt x="3702" y="3184"/>
                          <a:pt x="3742" y="3181"/>
                          <a:pt x="3782" y="3181"/>
                        </a:cubicBezTo>
                        <a:cubicBezTo>
                          <a:pt x="4305" y="3181"/>
                          <a:pt x="4774" y="3664"/>
                          <a:pt x="4774" y="4193"/>
                        </a:cubicBezTo>
                        <a:cubicBezTo>
                          <a:pt x="4964" y="3678"/>
                          <a:pt x="5452" y="3380"/>
                          <a:pt x="5968" y="3217"/>
                        </a:cubicBezTo>
                        <a:cubicBezTo>
                          <a:pt x="6252" y="3095"/>
                          <a:pt x="6552" y="3034"/>
                          <a:pt x="6833" y="3034"/>
                        </a:cubicBezTo>
                        <a:cubicBezTo>
                          <a:pt x="6927" y="3034"/>
                          <a:pt x="7019" y="3041"/>
                          <a:pt x="7107" y="3054"/>
                        </a:cubicBezTo>
                        <a:lnTo>
                          <a:pt x="6917" y="2430"/>
                        </a:lnTo>
                        <a:cubicBezTo>
                          <a:pt x="6754" y="1888"/>
                          <a:pt x="6537" y="1318"/>
                          <a:pt x="6103" y="966"/>
                        </a:cubicBezTo>
                        <a:cubicBezTo>
                          <a:pt x="5940" y="844"/>
                          <a:pt x="5724" y="782"/>
                          <a:pt x="5511" y="782"/>
                        </a:cubicBezTo>
                        <a:cubicBezTo>
                          <a:pt x="5179" y="782"/>
                          <a:pt x="4853" y="930"/>
                          <a:pt x="4741" y="1224"/>
                        </a:cubicBezTo>
                        <a:lnTo>
                          <a:pt x="4741" y="1224"/>
                        </a:lnTo>
                        <a:cubicBezTo>
                          <a:pt x="4839" y="861"/>
                          <a:pt x="4699" y="461"/>
                          <a:pt x="4367" y="206"/>
                        </a:cubicBezTo>
                        <a:cubicBezTo>
                          <a:pt x="4199" y="69"/>
                          <a:pt x="3972" y="0"/>
                          <a:pt x="3746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84240" bIns="842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8" name="Google Shape;1676;p49"/>
                  <p:cNvSpPr/>
                  <p:nvPr/>
                </p:nvSpPr>
                <p:spPr>
                  <a:xfrm>
                    <a:off x="5804640" y="4059360"/>
                    <a:ext cx="120960" cy="142200"/>
                  </a:xfrm>
                  <a:custGeom>
                    <a:avLst/>
                    <a:gdLst>
                      <a:gd name="textAreaLeft" fmla="*/ 0 w 120960"/>
                      <a:gd name="textAreaRight" fmla="*/ 121320 w 120960"/>
                      <a:gd name="textAreaTop" fmla="*/ 0 h 142200"/>
                      <a:gd name="textAreaBottom" fmla="*/ 142560 h 142200"/>
                    </a:gdLst>
                    <a:ahLst/>
                    <a:cxnLst/>
                    <a:rect l="textAreaLeft" t="textAreaTop" r="textAreaRight" b="textAreaBottom"/>
                    <a:pathLst>
                      <a:path w="4530" h="5325">
                        <a:moveTo>
                          <a:pt x="1101" y="0"/>
                        </a:moveTo>
                        <a:cubicBezTo>
                          <a:pt x="991" y="0"/>
                          <a:pt x="877" y="14"/>
                          <a:pt x="760" y="43"/>
                        </a:cubicBezTo>
                        <a:cubicBezTo>
                          <a:pt x="326" y="152"/>
                          <a:pt x="81" y="341"/>
                          <a:pt x="54" y="830"/>
                        </a:cubicBezTo>
                        <a:cubicBezTo>
                          <a:pt x="0" y="1915"/>
                          <a:pt x="543" y="3081"/>
                          <a:pt x="1221" y="3895"/>
                        </a:cubicBezTo>
                        <a:cubicBezTo>
                          <a:pt x="1628" y="4383"/>
                          <a:pt x="2116" y="4790"/>
                          <a:pt x="2712" y="5088"/>
                        </a:cubicBezTo>
                        <a:cubicBezTo>
                          <a:pt x="2967" y="5223"/>
                          <a:pt x="3280" y="5325"/>
                          <a:pt x="3578" y="5325"/>
                        </a:cubicBezTo>
                        <a:cubicBezTo>
                          <a:pt x="3818" y="5325"/>
                          <a:pt x="4049" y="5258"/>
                          <a:pt x="4231" y="5088"/>
                        </a:cubicBezTo>
                        <a:cubicBezTo>
                          <a:pt x="4530" y="4763"/>
                          <a:pt x="4503" y="4247"/>
                          <a:pt x="4394" y="3813"/>
                        </a:cubicBezTo>
                        <a:cubicBezTo>
                          <a:pt x="4096" y="2593"/>
                          <a:pt x="3391" y="1454"/>
                          <a:pt x="2441" y="613"/>
                        </a:cubicBezTo>
                        <a:cubicBezTo>
                          <a:pt x="2041" y="279"/>
                          <a:pt x="1604" y="0"/>
                          <a:pt x="1101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1280" bIns="7128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9" name="Google Shape;1677;p49"/>
                  <p:cNvSpPr/>
                  <p:nvPr/>
                </p:nvSpPr>
                <p:spPr>
                  <a:xfrm>
                    <a:off x="6378120" y="3967560"/>
                    <a:ext cx="48960" cy="222480"/>
                  </a:xfrm>
                  <a:custGeom>
                    <a:avLst/>
                    <a:gdLst>
                      <a:gd name="textAreaLeft" fmla="*/ 0 w 48960"/>
                      <a:gd name="textAreaRight" fmla="*/ 49320 w 48960"/>
                      <a:gd name="textAreaTop" fmla="*/ 0 h 222480"/>
                      <a:gd name="textAreaBottom" fmla="*/ 222840 h 222480"/>
                    </a:gdLst>
                    <a:ahLst/>
                    <a:cxnLst/>
                    <a:rect l="textAreaLeft" t="textAreaTop" r="textAreaRight" b="textAreaBottom"/>
                    <a:pathLst>
                      <a:path fill="none" w="1846" h="8328">
                        <a:moveTo>
                          <a:pt x="1167" y="0"/>
                        </a:moveTo>
                        <a:cubicBezTo>
                          <a:pt x="1845" y="2794"/>
                          <a:pt x="1411" y="5832"/>
                          <a:pt x="1" y="8327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0" name="Google Shape;1678;p49"/>
                  <p:cNvSpPr/>
                  <p:nvPr/>
                </p:nvSpPr>
                <p:spPr>
                  <a:xfrm>
                    <a:off x="6336000" y="4231080"/>
                    <a:ext cx="25920" cy="25200"/>
                  </a:xfrm>
                  <a:custGeom>
                    <a:avLst/>
                    <a:gdLst>
                      <a:gd name="textAreaLeft" fmla="*/ 0 w 25920"/>
                      <a:gd name="textAreaRight" fmla="*/ 26280 w 25920"/>
                      <a:gd name="textAreaTop" fmla="*/ 0 h 25200"/>
                      <a:gd name="textAreaBottom" fmla="*/ 25560 h 25200"/>
                    </a:gdLst>
                    <a:ahLst/>
                    <a:cxnLst/>
                    <a:rect l="textAreaLeft" t="textAreaTop" r="textAreaRight" b="textAreaBottom"/>
                    <a:pathLst>
                      <a:path fill="none" w="978" h="950">
                        <a:moveTo>
                          <a:pt x="977" y="0"/>
                        </a:moveTo>
                        <a:cubicBezTo>
                          <a:pt x="652" y="299"/>
                          <a:pt x="353" y="597"/>
                          <a:pt x="1" y="950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12600" bIns="1260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1" name="Google Shape;1679;p49"/>
                  <p:cNvSpPr/>
                  <p:nvPr/>
                </p:nvSpPr>
                <p:spPr>
                  <a:xfrm>
                    <a:off x="5980320" y="4289760"/>
                    <a:ext cx="94680" cy="40320"/>
                  </a:xfrm>
                  <a:custGeom>
                    <a:avLst/>
                    <a:gdLst>
                      <a:gd name="textAreaLeft" fmla="*/ 0 w 94680"/>
                      <a:gd name="textAreaRight" fmla="*/ 95040 w 94680"/>
                      <a:gd name="textAreaTop" fmla="*/ 0 h 40320"/>
                      <a:gd name="textAreaBottom" fmla="*/ 40680 h 40320"/>
                    </a:gdLst>
                    <a:ahLst/>
                    <a:cxnLst/>
                    <a:rect l="textAreaLeft" t="textAreaTop" r="textAreaRight" b="textAreaBottom"/>
                    <a:pathLst>
                      <a:path fill="none" w="3554" h="1520">
                        <a:moveTo>
                          <a:pt x="0" y="0"/>
                        </a:moveTo>
                        <a:cubicBezTo>
                          <a:pt x="977" y="841"/>
                          <a:pt x="2251" y="1384"/>
                          <a:pt x="3553" y="1519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20160" bIns="201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2" name="Google Shape;1680;p49"/>
                  <p:cNvSpPr/>
                  <p:nvPr/>
                </p:nvSpPr>
                <p:spPr>
                  <a:xfrm>
                    <a:off x="6455520" y="4143240"/>
                    <a:ext cx="338400" cy="296280"/>
                  </a:xfrm>
                  <a:custGeom>
                    <a:avLst/>
                    <a:gdLst>
                      <a:gd name="textAreaLeft" fmla="*/ 0 w 338400"/>
                      <a:gd name="textAreaRight" fmla="*/ 338760 w 338400"/>
                      <a:gd name="textAreaTop" fmla="*/ 0 h 296280"/>
                      <a:gd name="textAreaBottom" fmla="*/ 296640 h 296280"/>
                    </a:gdLst>
                    <a:ahLst/>
                    <a:cxnLst/>
                    <a:rect l="textAreaLeft" t="textAreaTop" r="textAreaRight" b="textAreaBottom"/>
                    <a:pathLst>
                      <a:path w="12663" h="11094">
                        <a:moveTo>
                          <a:pt x="8055" y="0"/>
                        </a:moveTo>
                        <a:cubicBezTo>
                          <a:pt x="7879" y="0"/>
                          <a:pt x="7699" y="8"/>
                          <a:pt x="7514" y="22"/>
                        </a:cubicBezTo>
                        <a:cubicBezTo>
                          <a:pt x="5235" y="185"/>
                          <a:pt x="2821" y="1162"/>
                          <a:pt x="1411" y="3060"/>
                        </a:cubicBezTo>
                        <a:cubicBezTo>
                          <a:pt x="326" y="4552"/>
                          <a:pt x="0" y="6613"/>
                          <a:pt x="841" y="8295"/>
                        </a:cubicBezTo>
                        <a:cubicBezTo>
                          <a:pt x="1546" y="9651"/>
                          <a:pt x="3011" y="10574"/>
                          <a:pt x="4503" y="10899"/>
                        </a:cubicBezTo>
                        <a:cubicBezTo>
                          <a:pt x="5046" y="11030"/>
                          <a:pt x="5595" y="11093"/>
                          <a:pt x="6137" y="11093"/>
                        </a:cubicBezTo>
                        <a:cubicBezTo>
                          <a:pt x="9406" y="11093"/>
                          <a:pt x="12423" y="8794"/>
                          <a:pt x="12586" y="5257"/>
                        </a:cubicBezTo>
                        <a:cubicBezTo>
                          <a:pt x="12663" y="2180"/>
                          <a:pt x="11091" y="0"/>
                          <a:pt x="805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3" name="Google Shape;1681;p49"/>
                  <p:cNvSpPr/>
                  <p:nvPr/>
                </p:nvSpPr>
                <p:spPr>
                  <a:xfrm>
                    <a:off x="6556680" y="4107600"/>
                    <a:ext cx="144720" cy="110880"/>
                  </a:xfrm>
                  <a:custGeom>
                    <a:avLst/>
                    <a:gdLst>
                      <a:gd name="textAreaLeft" fmla="*/ 0 w 144720"/>
                      <a:gd name="textAreaRight" fmla="*/ 145080 w 144720"/>
                      <a:gd name="textAreaTop" fmla="*/ 0 h 110880"/>
                      <a:gd name="textAreaBottom" fmla="*/ 111240 h 110880"/>
                    </a:gdLst>
                    <a:ahLst/>
                    <a:cxnLst/>
                    <a:rect l="textAreaLeft" t="textAreaTop" r="textAreaRight" b="textAreaBottom"/>
                    <a:pathLst>
                      <a:path w="5426" h="4161">
                        <a:moveTo>
                          <a:pt x="3228" y="0"/>
                        </a:moveTo>
                        <a:cubicBezTo>
                          <a:pt x="2957" y="271"/>
                          <a:pt x="2713" y="597"/>
                          <a:pt x="2577" y="977"/>
                        </a:cubicBezTo>
                        <a:cubicBezTo>
                          <a:pt x="2341" y="576"/>
                          <a:pt x="1860" y="278"/>
                          <a:pt x="1400" y="278"/>
                        </a:cubicBezTo>
                        <a:cubicBezTo>
                          <a:pt x="1330" y="278"/>
                          <a:pt x="1261" y="284"/>
                          <a:pt x="1194" y="299"/>
                        </a:cubicBezTo>
                        <a:cubicBezTo>
                          <a:pt x="1601" y="678"/>
                          <a:pt x="1872" y="1221"/>
                          <a:pt x="1872" y="1790"/>
                        </a:cubicBezTo>
                        <a:cubicBezTo>
                          <a:pt x="1391" y="1572"/>
                          <a:pt x="893" y="1441"/>
                          <a:pt x="377" y="1441"/>
                        </a:cubicBezTo>
                        <a:cubicBezTo>
                          <a:pt x="253" y="1441"/>
                          <a:pt x="127" y="1449"/>
                          <a:pt x="0" y="1465"/>
                        </a:cubicBezTo>
                        <a:cubicBezTo>
                          <a:pt x="109" y="1872"/>
                          <a:pt x="353" y="2197"/>
                          <a:pt x="733" y="2414"/>
                        </a:cubicBezTo>
                        <a:cubicBezTo>
                          <a:pt x="952" y="2532"/>
                          <a:pt x="1203" y="2598"/>
                          <a:pt x="1460" y="2598"/>
                        </a:cubicBezTo>
                        <a:cubicBezTo>
                          <a:pt x="1615" y="2598"/>
                          <a:pt x="1773" y="2574"/>
                          <a:pt x="1926" y="2523"/>
                        </a:cubicBezTo>
                        <a:lnTo>
                          <a:pt x="1926" y="2523"/>
                        </a:lnTo>
                        <a:cubicBezTo>
                          <a:pt x="1519" y="2957"/>
                          <a:pt x="1329" y="3581"/>
                          <a:pt x="1411" y="4150"/>
                        </a:cubicBezTo>
                        <a:cubicBezTo>
                          <a:pt x="1462" y="4157"/>
                          <a:pt x="1513" y="4160"/>
                          <a:pt x="1565" y="4160"/>
                        </a:cubicBezTo>
                        <a:cubicBezTo>
                          <a:pt x="2111" y="4160"/>
                          <a:pt x="2643" y="3776"/>
                          <a:pt x="2767" y="3255"/>
                        </a:cubicBezTo>
                        <a:cubicBezTo>
                          <a:pt x="2984" y="3662"/>
                          <a:pt x="3364" y="3960"/>
                          <a:pt x="3798" y="4123"/>
                        </a:cubicBezTo>
                        <a:cubicBezTo>
                          <a:pt x="3872" y="4138"/>
                          <a:pt x="3954" y="4161"/>
                          <a:pt x="4027" y="4161"/>
                        </a:cubicBezTo>
                        <a:cubicBezTo>
                          <a:pt x="4087" y="4161"/>
                          <a:pt x="4141" y="4145"/>
                          <a:pt x="4178" y="4096"/>
                        </a:cubicBezTo>
                        <a:cubicBezTo>
                          <a:pt x="4232" y="4014"/>
                          <a:pt x="4232" y="3879"/>
                          <a:pt x="4205" y="3797"/>
                        </a:cubicBezTo>
                        <a:cubicBezTo>
                          <a:pt x="4123" y="3391"/>
                          <a:pt x="3933" y="3038"/>
                          <a:pt x="3608" y="2767"/>
                        </a:cubicBezTo>
                        <a:cubicBezTo>
                          <a:pt x="4340" y="2631"/>
                          <a:pt x="5018" y="2224"/>
                          <a:pt x="5425" y="1628"/>
                        </a:cubicBezTo>
                        <a:lnTo>
                          <a:pt x="5425" y="1628"/>
                        </a:lnTo>
                        <a:cubicBezTo>
                          <a:pt x="4801" y="1682"/>
                          <a:pt x="4178" y="1790"/>
                          <a:pt x="3554" y="1872"/>
                        </a:cubicBezTo>
                        <a:cubicBezTo>
                          <a:pt x="3716" y="1221"/>
                          <a:pt x="3635" y="516"/>
                          <a:pt x="322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55440" bIns="55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4" name="Google Shape;1682;p49"/>
                  <p:cNvSpPr/>
                  <p:nvPr/>
                </p:nvSpPr>
                <p:spPr>
                  <a:xfrm>
                    <a:off x="6492600" y="4211280"/>
                    <a:ext cx="104040" cy="147240"/>
                  </a:xfrm>
                  <a:custGeom>
                    <a:avLst/>
                    <a:gdLst>
                      <a:gd name="textAreaLeft" fmla="*/ 0 w 104040"/>
                      <a:gd name="textAreaRight" fmla="*/ 104400 w 104040"/>
                      <a:gd name="textAreaTop" fmla="*/ 0 h 147240"/>
                      <a:gd name="textAreaBottom" fmla="*/ 147600 h 147240"/>
                    </a:gdLst>
                    <a:ahLst/>
                    <a:cxnLst/>
                    <a:rect l="textAreaLeft" t="textAreaTop" r="textAreaRight" b="textAreaBottom"/>
                    <a:pathLst>
                      <a:path w="3907" h="5517">
                        <a:moveTo>
                          <a:pt x="2008" y="0"/>
                        </a:moveTo>
                        <a:cubicBezTo>
                          <a:pt x="1008" y="0"/>
                          <a:pt x="355" y="1181"/>
                          <a:pt x="190" y="2097"/>
                        </a:cubicBezTo>
                        <a:cubicBezTo>
                          <a:pt x="1" y="2830"/>
                          <a:pt x="109" y="3698"/>
                          <a:pt x="489" y="4430"/>
                        </a:cubicBezTo>
                        <a:cubicBezTo>
                          <a:pt x="760" y="4973"/>
                          <a:pt x="1221" y="5488"/>
                          <a:pt x="1818" y="5515"/>
                        </a:cubicBezTo>
                        <a:cubicBezTo>
                          <a:pt x="1839" y="5516"/>
                          <a:pt x="1860" y="5517"/>
                          <a:pt x="1882" y="5517"/>
                        </a:cubicBezTo>
                        <a:cubicBezTo>
                          <a:pt x="2319" y="5517"/>
                          <a:pt x="2725" y="5255"/>
                          <a:pt x="2984" y="4918"/>
                        </a:cubicBezTo>
                        <a:cubicBezTo>
                          <a:pt x="3255" y="4539"/>
                          <a:pt x="3391" y="4105"/>
                          <a:pt x="3527" y="3643"/>
                        </a:cubicBezTo>
                        <a:cubicBezTo>
                          <a:pt x="3852" y="2423"/>
                          <a:pt x="3906" y="633"/>
                          <a:pt x="2496" y="90"/>
                        </a:cubicBezTo>
                        <a:cubicBezTo>
                          <a:pt x="2325" y="29"/>
                          <a:pt x="2162" y="0"/>
                          <a:pt x="2008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3800" bIns="7380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5" name="Google Shape;1683;p49"/>
                  <p:cNvSpPr/>
                  <p:nvPr/>
                </p:nvSpPr>
                <p:spPr>
                  <a:xfrm>
                    <a:off x="6714000" y="4233960"/>
                    <a:ext cx="38160" cy="127440"/>
                  </a:xfrm>
                  <a:custGeom>
                    <a:avLst/>
                    <a:gdLst>
                      <a:gd name="textAreaLeft" fmla="*/ 0 w 38160"/>
                      <a:gd name="textAreaRight" fmla="*/ 38520 w 38160"/>
                      <a:gd name="textAreaTop" fmla="*/ 0 h 127440"/>
                      <a:gd name="textAreaBottom" fmla="*/ 127800 h 127440"/>
                    </a:gdLst>
                    <a:ahLst/>
                    <a:cxnLst/>
                    <a:rect l="textAreaLeft" t="textAreaTop" r="textAreaRight" b="textAreaBottom"/>
                    <a:pathLst>
                      <a:path fill="none" w="1438" h="4775">
                        <a:moveTo>
                          <a:pt x="923" y="1"/>
                        </a:moveTo>
                        <a:cubicBezTo>
                          <a:pt x="1302" y="760"/>
                          <a:pt x="1438" y="1682"/>
                          <a:pt x="1248" y="2523"/>
                        </a:cubicBezTo>
                        <a:cubicBezTo>
                          <a:pt x="1085" y="3391"/>
                          <a:pt x="651" y="4205"/>
                          <a:pt x="0" y="4774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3720" bIns="6372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6" name="Google Shape;1684;p49"/>
                  <p:cNvSpPr/>
                  <p:nvPr/>
                </p:nvSpPr>
                <p:spPr>
                  <a:xfrm>
                    <a:off x="6676200" y="4383360"/>
                    <a:ext cx="7560" cy="3240"/>
                  </a:xfrm>
                  <a:custGeom>
                    <a:avLst/>
                    <a:gdLst>
                      <a:gd name="textAreaLeft" fmla="*/ 0 w 7560"/>
                      <a:gd name="textAreaRight" fmla="*/ 7920 w 7560"/>
                      <a:gd name="textAreaTop" fmla="*/ 0 h 3240"/>
                      <a:gd name="textAreaBottom" fmla="*/ 3600 h 3240"/>
                    </a:gdLst>
                    <a:ahLst/>
                    <a:cxnLst/>
                    <a:rect l="textAreaLeft" t="textAreaTop" r="textAreaRight" b="textAreaBottom"/>
                    <a:pathLst>
                      <a:path fill="none" w="300" h="136">
                        <a:moveTo>
                          <a:pt x="299" y="0"/>
                        </a:moveTo>
                        <a:cubicBezTo>
                          <a:pt x="191" y="27"/>
                          <a:pt x="109" y="109"/>
                          <a:pt x="1" y="136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1800" bIns="180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7" name="Google Shape;1685;p49"/>
                  <p:cNvSpPr/>
                  <p:nvPr/>
                </p:nvSpPr>
                <p:spPr>
                  <a:xfrm>
                    <a:off x="5595120" y="4098960"/>
                    <a:ext cx="334080" cy="26532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0 h 265320"/>
                      <a:gd name="textAreaBottom" fmla="*/ 265680 h 265320"/>
                    </a:gdLst>
                    <a:ahLst/>
                    <a:cxnLst/>
                    <a:rect l="textAreaLeft" t="textAreaTop" r="textAreaRight" b="textAreaBottom"/>
                    <a:pathLst>
                      <a:path w="12505" h="9927">
                        <a:moveTo>
                          <a:pt x="6386" y="1"/>
                        </a:moveTo>
                        <a:cubicBezTo>
                          <a:pt x="4897" y="1"/>
                          <a:pt x="3413" y="373"/>
                          <a:pt x="2224" y="1250"/>
                        </a:cubicBezTo>
                        <a:cubicBezTo>
                          <a:pt x="868" y="2254"/>
                          <a:pt x="0" y="4017"/>
                          <a:pt x="299" y="5672"/>
                        </a:cubicBezTo>
                        <a:cubicBezTo>
                          <a:pt x="543" y="7109"/>
                          <a:pt x="1601" y="8248"/>
                          <a:pt x="2821" y="9008"/>
                        </a:cubicBezTo>
                        <a:cubicBezTo>
                          <a:pt x="3849" y="9625"/>
                          <a:pt x="5004" y="9926"/>
                          <a:pt x="6135" y="9926"/>
                        </a:cubicBezTo>
                        <a:cubicBezTo>
                          <a:pt x="8438" y="9926"/>
                          <a:pt x="10646" y="8678"/>
                          <a:pt x="11501" y="6295"/>
                        </a:cubicBezTo>
                        <a:cubicBezTo>
                          <a:pt x="12504" y="3447"/>
                          <a:pt x="11555" y="952"/>
                          <a:pt x="8517" y="247"/>
                        </a:cubicBezTo>
                        <a:cubicBezTo>
                          <a:pt x="7827" y="88"/>
                          <a:pt x="7106" y="1"/>
                          <a:pt x="638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8" name="Google Shape;1686;p49"/>
                  <p:cNvSpPr/>
                  <p:nvPr/>
                </p:nvSpPr>
                <p:spPr>
                  <a:xfrm>
                    <a:off x="5732280" y="4060440"/>
                    <a:ext cx="126720" cy="110880"/>
                  </a:xfrm>
                  <a:custGeom>
                    <a:avLst/>
                    <a:gdLst>
                      <a:gd name="textAreaLeft" fmla="*/ 0 w 126720"/>
                      <a:gd name="textAreaRight" fmla="*/ 127080 w 126720"/>
                      <a:gd name="textAreaTop" fmla="*/ 0 h 110880"/>
                      <a:gd name="textAreaBottom" fmla="*/ 111240 h 110880"/>
                    </a:gdLst>
                    <a:ahLst/>
                    <a:cxnLst/>
                    <a:rect l="textAreaLeft" t="textAreaTop" r="textAreaRight" b="textAreaBottom"/>
                    <a:pathLst>
                      <a:path w="4748" h="4158">
                        <a:moveTo>
                          <a:pt x="1357" y="0"/>
                        </a:moveTo>
                        <a:lnTo>
                          <a:pt x="1357" y="0"/>
                        </a:lnTo>
                        <a:cubicBezTo>
                          <a:pt x="1628" y="434"/>
                          <a:pt x="1682" y="1004"/>
                          <a:pt x="1547" y="1492"/>
                        </a:cubicBezTo>
                        <a:cubicBezTo>
                          <a:pt x="1113" y="1085"/>
                          <a:pt x="570" y="787"/>
                          <a:pt x="1" y="678"/>
                        </a:cubicBezTo>
                        <a:lnTo>
                          <a:pt x="1" y="678"/>
                        </a:lnTo>
                        <a:cubicBezTo>
                          <a:pt x="1" y="1058"/>
                          <a:pt x="136" y="1411"/>
                          <a:pt x="353" y="1682"/>
                        </a:cubicBezTo>
                        <a:cubicBezTo>
                          <a:pt x="625" y="1953"/>
                          <a:pt x="977" y="2143"/>
                          <a:pt x="1384" y="2170"/>
                        </a:cubicBezTo>
                        <a:cubicBezTo>
                          <a:pt x="896" y="2441"/>
                          <a:pt x="570" y="2902"/>
                          <a:pt x="462" y="3445"/>
                        </a:cubicBezTo>
                        <a:cubicBezTo>
                          <a:pt x="614" y="3517"/>
                          <a:pt x="777" y="3551"/>
                          <a:pt x="940" y="3551"/>
                        </a:cubicBezTo>
                        <a:cubicBezTo>
                          <a:pt x="1330" y="3551"/>
                          <a:pt x="1716" y="3355"/>
                          <a:pt x="1927" y="3011"/>
                        </a:cubicBezTo>
                        <a:cubicBezTo>
                          <a:pt x="1981" y="3418"/>
                          <a:pt x="2225" y="3825"/>
                          <a:pt x="2577" y="4069"/>
                        </a:cubicBezTo>
                        <a:cubicBezTo>
                          <a:pt x="2634" y="4106"/>
                          <a:pt x="2717" y="4157"/>
                          <a:pt x="2799" y="4157"/>
                        </a:cubicBezTo>
                        <a:cubicBezTo>
                          <a:pt x="2835" y="4157"/>
                          <a:pt x="2870" y="4148"/>
                          <a:pt x="2903" y="4123"/>
                        </a:cubicBezTo>
                        <a:cubicBezTo>
                          <a:pt x="3011" y="4096"/>
                          <a:pt x="3011" y="3960"/>
                          <a:pt x="3039" y="3852"/>
                        </a:cubicBezTo>
                        <a:cubicBezTo>
                          <a:pt x="3066" y="3499"/>
                          <a:pt x="3011" y="3119"/>
                          <a:pt x="2794" y="2767"/>
                        </a:cubicBezTo>
                        <a:lnTo>
                          <a:pt x="2794" y="2767"/>
                        </a:lnTo>
                        <a:cubicBezTo>
                          <a:pt x="2995" y="2831"/>
                          <a:pt x="3202" y="2862"/>
                          <a:pt x="3408" y="2862"/>
                        </a:cubicBezTo>
                        <a:cubicBezTo>
                          <a:pt x="3899" y="2862"/>
                          <a:pt x="4384" y="2685"/>
                          <a:pt x="4747" y="2360"/>
                        </a:cubicBezTo>
                        <a:lnTo>
                          <a:pt x="3011" y="2062"/>
                        </a:lnTo>
                        <a:cubicBezTo>
                          <a:pt x="3337" y="1546"/>
                          <a:pt x="3418" y="868"/>
                          <a:pt x="3256" y="298"/>
                        </a:cubicBezTo>
                        <a:lnTo>
                          <a:pt x="3256" y="298"/>
                        </a:lnTo>
                        <a:cubicBezTo>
                          <a:pt x="2903" y="461"/>
                          <a:pt x="2632" y="705"/>
                          <a:pt x="2388" y="1004"/>
                        </a:cubicBezTo>
                        <a:cubicBezTo>
                          <a:pt x="2306" y="515"/>
                          <a:pt x="1845" y="109"/>
                          <a:pt x="13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55440" bIns="554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9" name="Google Shape;1687;p49"/>
                  <p:cNvSpPr/>
                  <p:nvPr/>
                </p:nvSpPr>
                <p:spPr>
                  <a:xfrm>
                    <a:off x="5632920" y="4131000"/>
                    <a:ext cx="111240" cy="132840"/>
                  </a:xfrm>
                  <a:custGeom>
                    <a:avLst/>
                    <a:gdLst>
                      <a:gd name="textAreaLeft" fmla="*/ 0 w 111240"/>
                      <a:gd name="textAreaRight" fmla="*/ 111600 w 111240"/>
                      <a:gd name="textAreaTop" fmla="*/ 0 h 132840"/>
                      <a:gd name="textAreaBottom" fmla="*/ 133200 h 132840"/>
                    </a:gdLst>
                    <a:ahLst/>
                    <a:cxnLst/>
                    <a:rect l="textAreaLeft" t="textAreaTop" r="textAreaRight" b="textAreaBottom"/>
                    <a:pathLst>
                      <a:path w="4178" h="4982">
                        <a:moveTo>
                          <a:pt x="2343" y="1"/>
                        </a:moveTo>
                        <a:cubicBezTo>
                          <a:pt x="1582" y="1"/>
                          <a:pt x="842" y="729"/>
                          <a:pt x="516" y="1381"/>
                        </a:cubicBezTo>
                        <a:cubicBezTo>
                          <a:pt x="136" y="2087"/>
                          <a:pt x="1" y="2846"/>
                          <a:pt x="109" y="3606"/>
                        </a:cubicBezTo>
                        <a:cubicBezTo>
                          <a:pt x="218" y="4148"/>
                          <a:pt x="462" y="4718"/>
                          <a:pt x="1004" y="4935"/>
                        </a:cubicBezTo>
                        <a:cubicBezTo>
                          <a:pt x="1123" y="4966"/>
                          <a:pt x="1244" y="4982"/>
                          <a:pt x="1365" y="4982"/>
                        </a:cubicBezTo>
                        <a:cubicBezTo>
                          <a:pt x="1660" y="4982"/>
                          <a:pt x="1956" y="4891"/>
                          <a:pt x="2225" y="4718"/>
                        </a:cubicBezTo>
                        <a:cubicBezTo>
                          <a:pt x="2550" y="4474"/>
                          <a:pt x="2822" y="4121"/>
                          <a:pt x="3039" y="3741"/>
                        </a:cubicBezTo>
                        <a:cubicBezTo>
                          <a:pt x="3635" y="2765"/>
                          <a:pt x="4178" y="1164"/>
                          <a:pt x="3093" y="269"/>
                        </a:cubicBezTo>
                        <a:cubicBezTo>
                          <a:pt x="2850" y="80"/>
                          <a:pt x="2595" y="1"/>
                          <a:pt x="2343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600" bIns="6660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10" name="Google Shape;1688;p49"/>
                  <p:cNvSpPr/>
                  <p:nvPr/>
                </p:nvSpPr>
                <p:spPr>
                  <a:xfrm>
                    <a:off x="5812200" y="4206960"/>
                    <a:ext cx="59760" cy="105480"/>
                  </a:xfrm>
                  <a:custGeom>
                    <a:avLst/>
                    <a:gdLst>
                      <a:gd name="textAreaLeft" fmla="*/ 0 w 59760"/>
                      <a:gd name="textAreaRight" fmla="*/ 60120 w 59760"/>
                      <a:gd name="textAreaTop" fmla="*/ 0 h 105480"/>
                      <a:gd name="textAreaBottom" fmla="*/ 105840 h 105480"/>
                    </a:gdLst>
                    <a:ahLst/>
                    <a:cxnLst/>
                    <a:rect l="textAreaLeft" t="textAreaTop" r="textAreaRight" b="textAreaBottom"/>
                    <a:pathLst>
                      <a:path fill="none" w="2252" h="3961">
                        <a:moveTo>
                          <a:pt x="2116" y="0"/>
                        </a:moveTo>
                        <a:cubicBezTo>
                          <a:pt x="2252" y="787"/>
                          <a:pt x="2089" y="1628"/>
                          <a:pt x="1709" y="2333"/>
                        </a:cubicBezTo>
                        <a:cubicBezTo>
                          <a:pt x="1357" y="3065"/>
                          <a:pt x="733" y="3635"/>
                          <a:pt x="0" y="3960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52920" bIns="5292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11" name="Google Shape;1689;p49"/>
                  <p:cNvSpPr/>
                  <p:nvPr/>
                </p:nvSpPr>
                <p:spPr>
                  <a:xfrm>
                    <a:off x="5770800" y="4324680"/>
                    <a:ext cx="8280" cy="360"/>
                  </a:xfrm>
                  <a:custGeom>
                    <a:avLst/>
                    <a:gdLst>
                      <a:gd name="textAreaLeft" fmla="*/ 0 w 8280"/>
                      <a:gd name="textAreaRight" fmla="*/ 8640 w 8280"/>
                      <a:gd name="textAreaTop" fmla="*/ 0 h 360"/>
                      <a:gd name="textAreaBottom" fmla="*/ 720 h 360"/>
                    </a:gdLst>
                    <a:ahLst/>
                    <a:cxnLst/>
                    <a:rect l="textAreaLeft" t="textAreaTop" r="textAreaRight" b="textAreaBottom"/>
                    <a:pathLst>
                      <a:path fill="none" w="326" h="28">
                        <a:moveTo>
                          <a:pt x="326" y="0"/>
                        </a:moveTo>
                        <a:cubicBezTo>
                          <a:pt x="217" y="0"/>
                          <a:pt x="109" y="27"/>
                          <a:pt x="0" y="27"/>
                        </a:cubicBezTo>
                      </a:path>
                    </a:pathLst>
                  </a:custGeom>
                  <a:noFill/>
                  <a:ln cap="rnd" w="12200">
                    <a:solidFill>
                      <a:srgbClr val="17350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360" bIns="36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612" name="Google Shape;1690;p49"/>
                <p:cNvSpPr/>
                <p:nvPr/>
              </p:nvSpPr>
              <p:spPr>
                <a:xfrm>
                  <a:off x="6258960" y="2556360"/>
                  <a:ext cx="344520" cy="620640"/>
                </a:xfrm>
                <a:custGeom>
                  <a:avLst/>
                  <a:gdLst>
                    <a:gd name="textAreaLeft" fmla="*/ 0 w 344520"/>
                    <a:gd name="textAreaRight" fmla="*/ 344880 w 344520"/>
                    <a:gd name="textAreaTop" fmla="*/ 0 h 620640"/>
                    <a:gd name="textAreaBottom" fmla="*/ 621000 h 620640"/>
                  </a:gdLst>
                  <a:ahLst/>
                  <a:cxnLst/>
                  <a:rect l="textAreaLeft" t="textAreaTop" r="textAreaRight" b="textAreaBottom"/>
                  <a:pathLst>
                    <a:path w="12885" h="23219">
                      <a:moveTo>
                        <a:pt x="10443" y="0"/>
                      </a:moveTo>
                      <a:cubicBezTo>
                        <a:pt x="10443" y="0"/>
                        <a:pt x="8870" y="6239"/>
                        <a:pt x="7704" y="9385"/>
                      </a:cubicBezTo>
                      <a:cubicBezTo>
                        <a:pt x="6537" y="12559"/>
                        <a:pt x="3256" y="18553"/>
                        <a:pt x="3256" y="18553"/>
                      </a:cubicBezTo>
                      <a:cubicBezTo>
                        <a:pt x="3256" y="18553"/>
                        <a:pt x="4449" y="15814"/>
                        <a:pt x="4530" y="12613"/>
                      </a:cubicBezTo>
                      <a:cubicBezTo>
                        <a:pt x="4639" y="9440"/>
                        <a:pt x="4802" y="1574"/>
                        <a:pt x="4802" y="1574"/>
                      </a:cubicBezTo>
                      <a:cubicBezTo>
                        <a:pt x="4487" y="1528"/>
                        <a:pt x="4171" y="1510"/>
                        <a:pt x="3867" y="1510"/>
                      </a:cubicBezTo>
                      <a:cubicBezTo>
                        <a:pt x="2727" y="1510"/>
                        <a:pt x="1764" y="1764"/>
                        <a:pt x="1764" y="1764"/>
                      </a:cubicBezTo>
                      <a:cubicBezTo>
                        <a:pt x="1764" y="1764"/>
                        <a:pt x="1954" y="8300"/>
                        <a:pt x="1872" y="12152"/>
                      </a:cubicBezTo>
                      <a:cubicBezTo>
                        <a:pt x="1764" y="15976"/>
                        <a:pt x="1" y="22242"/>
                        <a:pt x="1" y="22242"/>
                      </a:cubicBezTo>
                      <a:lnTo>
                        <a:pt x="2849" y="23218"/>
                      </a:lnTo>
                      <a:cubicBezTo>
                        <a:pt x="2849" y="23218"/>
                        <a:pt x="8273" y="15081"/>
                        <a:pt x="10009" y="10470"/>
                      </a:cubicBezTo>
                      <a:cubicBezTo>
                        <a:pt x="11013" y="7758"/>
                        <a:pt x="12884" y="814"/>
                        <a:pt x="12884" y="814"/>
                      </a:cubicBezTo>
                      <a:lnTo>
                        <a:pt x="1044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3" name="Google Shape;1691;p49"/>
                <p:cNvSpPr/>
                <p:nvPr/>
              </p:nvSpPr>
              <p:spPr>
                <a:xfrm>
                  <a:off x="6318360" y="2610000"/>
                  <a:ext cx="51840" cy="612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6120"/>
                    <a:gd name="textAreaBottom" fmla="*/ 6480 h 6120"/>
                  </a:gdLst>
                  <a:ahLst/>
                  <a:cxnLst/>
                  <a:rect l="textAreaLeft" t="textAreaTop" r="textAreaRight" b="textAreaBottom"/>
                  <a:pathLst>
                    <a:path fill="none" w="1954" h="245">
                      <a:moveTo>
                        <a:pt x="1" y="1"/>
                      </a:moveTo>
                      <a:cubicBezTo>
                        <a:pt x="625" y="245"/>
                        <a:pt x="1330" y="245"/>
                        <a:pt x="1954" y="1"/>
                      </a:cubicBezTo>
                    </a:path>
                  </a:pathLst>
                </a:custGeom>
                <a:noFill/>
                <a:ln cap="rnd" w="12200">
                  <a:solidFill>
                    <a:srgbClr val="17350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240" bIns="32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4" name="Google Shape;1692;p49"/>
                <p:cNvSpPr/>
                <p:nvPr/>
              </p:nvSpPr>
              <p:spPr>
                <a:xfrm>
                  <a:off x="6545520" y="2570040"/>
                  <a:ext cx="42480" cy="21600"/>
                </a:xfrm>
                <a:custGeom>
                  <a:avLst/>
                  <a:gdLst>
                    <a:gd name="textAreaLeft" fmla="*/ 0 w 42480"/>
                    <a:gd name="textAreaRight" fmla="*/ 42840 w 424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fill="none" w="1601" h="815">
                      <a:moveTo>
                        <a:pt x="1" y="1"/>
                      </a:moveTo>
                      <a:cubicBezTo>
                        <a:pt x="299" y="516"/>
                        <a:pt x="977" y="815"/>
                        <a:pt x="1601" y="652"/>
                      </a:cubicBezTo>
                    </a:path>
                  </a:pathLst>
                </a:custGeom>
                <a:noFill/>
                <a:ln cap="rnd" w="12200">
                  <a:solidFill>
                    <a:srgbClr val="17350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0800" bIns="108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5" name="Google Shape;1693;p49"/>
                <p:cNvSpPr/>
                <p:nvPr/>
              </p:nvSpPr>
              <p:spPr>
                <a:xfrm>
                  <a:off x="6408360" y="2805840"/>
                  <a:ext cx="112680" cy="226800"/>
                </a:xfrm>
                <a:custGeom>
                  <a:avLst/>
                  <a:gdLst>
                    <a:gd name="textAreaLeft" fmla="*/ 0 w 112680"/>
                    <a:gd name="textAreaRight" fmla="*/ 113040 w 112680"/>
                    <a:gd name="textAreaTop" fmla="*/ 0 h 226800"/>
                    <a:gd name="textAreaBottom" fmla="*/ 227160 h 226800"/>
                  </a:gdLst>
                  <a:ahLst/>
                  <a:cxnLst/>
                  <a:rect l="textAreaLeft" t="textAreaTop" r="textAreaRight" b="textAreaBottom"/>
                  <a:pathLst>
                    <a:path fill="none" w="4232" h="8490">
                      <a:moveTo>
                        <a:pt x="4231" y="0"/>
                      </a:moveTo>
                      <a:cubicBezTo>
                        <a:pt x="3228" y="3011"/>
                        <a:pt x="1790" y="5859"/>
                        <a:pt x="0" y="8490"/>
                      </a:cubicBezTo>
                    </a:path>
                  </a:pathLst>
                </a:custGeom>
                <a:noFill/>
                <a:ln cap="rnd" w="12200">
                  <a:solidFill>
                    <a:srgbClr val="17350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6" name="Google Shape;1694;p49"/>
                <p:cNvSpPr/>
                <p:nvPr/>
              </p:nvSpPr>
              <p:spPr>
                <a:xfrm>
                  <a:off x="6321600" y="2662920"/>
                  <a:ext cx="35280" cy="150840"/>
                </a:xfrm>
                <a:custGeom>
                  <a:avLst/>
                  <a:gdLst>
                    <a:gd name="textAreaLeft" fmla="*/ 0 w 35280"/>
                    <a:gd name="textAreaRight" fmla="*/ 35640 w 35280"/>
                    <a:gd name="textAreaTop" fmla="*/ 0 h 150840"/>
                    <a:gd name="textAreaBottom" fmla="*/ 151200 h 150840"/>
                  </a:gdLst>
                  <a:ahLst/>
                  <a:cxnLst/>
                  <a:rect l="textAreaLeft" t="textAreaTop" r="textAreaRight" b="textAreaBottom"/>
                  <a:pathLst>
                    <a:path w="1330" h="5652">
                      <a:moveTo>
                        <a:pt x="616" y="1"/>
                      </a:moveTo>
                      <a:cubicBezTo>
                        <a:pt x="452" y="1"/>
                        <a:pt x="295" y="97"/>
                        <a:pt x="217" y="303"/>
                      </a:cubicBezTo>
                      <a:cubicBezTo>
                        <a:pt x="27" y="683"/>
                        <a:pt x="82" y="1307"/>
                        <a:pt x="27" y="1713"/>
                      </a:cubicBezTo>
                      <a:cubicBezTo>
                        <a:pt x="0" y="2853"/>
                        <a:pt x="82" y="3938"/>
                        <a:pt x="244" y="5023"/>
                      </a:cubicBezTo>
                      <a:cubicBezTo>
                        <a:pt x="295" y="5302"/>
                        <a:pt x="417" y="5652"/>
                        <a:pt x="699" y="5652"/>
                      </a:cubicBezTo>
                      <a:cubicBezTo>
                        <a:pt x="718" y="5652"/>
                        <a:pt x="739" y="5650"/>
                        <a:pt x="760" y="5646"/>
                      </a:cubicBezTo>
                      <a:cubicBezTo>
                        <a:pt x="1004" y="5619"/>
                        <a:pt x="1167" y="5294"/>
                        <a:pt x="1167" y="4968"/>
                      </a:cubicBezTo>
                      <a:cubicBezTo>
                        <a:pt x="1302" y="3612"/>
                        <a:pt x="1329" y="2310"/>
                        <a:pt x="1221" y="954"/>
                      </a:cubicBezTo>
                      <a:cubicBezTo>
                        <a:pt x="1221" y="737"/>
                        <a:pt x="1194" y="547"/>
                        <a:pt x="1085" y="330"/>
                      </a:cubicBezTo>
                      <a:cubicBezTo>
                        <a:pt x="986" y="117"/>
                        <a:pt x="797" y="1"/>
                        <a:pt x="616" y="1"/>
                      </a:cubicBezTo>
                      <a:close/>
                    </a:path>
                  </a:pathLst>
                </a:custGeom>
                <a:solidFill>
                  <a:srgbClr val="fbf7e4">
                    <a:alpha val="23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5600" bIns="756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7" name="Google Shape;1695;p49"/>
                <p:cNvSpPr/>
                <p:nvPr/>
              </p:nvSpPr>
              <p:spPr>
                <a:xfrm>
                  <a:off x="6264000" y="3071880"/>
                  <a:ext cx="52560" cy="11232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112320"/>
                    <a:gd name="textAreaBottom" fmla="*/ 112680 h 112320"/>
                  </a:gdLst>
                  <a:ahLst/>
                  <a:cxnLst/>
                  <a:rect l="textAreaLeft" t="textAreaTop" r="textAreaRight" b="textAreaBottom"/>
                  <a:pathLst>
                    <a:path w="1981" h="4210">
                      <a:moveTo>
                        <a:pt x="1457" y="1"/>
                      </a:moveTo>
                      <a:cubicBezTo>
                        <a:pt x="1399" y="1"/>
                        <a:pt x="1339" y="12"/>
                        <a:pt x="1275" y="38"/>
                      </a:cubicBezTo>
                      <a:cubicBezTo>
                        <a:pt x="1004" y="92"/>
                        <a:pt x="923" y="363"/>
                        <a:pt x="868" y="634"/>
                      </a:cubicBezTo>
                      <a:cubicBezTo>
                        <a:pt x="651" y="1611"/>
                        <a:pt x="353" y="2560"/>
                        <a:pt x="82" y="3509"/>
                      </a:cubicBezTo>
                      <a:cubicBezTo>
                        <a:pt x="55" y="3645"/>
                        <a:pt x="1" y="3754"/>
                        <a:pt x="1" y="3889"/>
                      </a:cubicBezTo>
                      <a:cubicBezTo>
                        <a:pt x="1" y="4025"/>
                        <a:pt x="82" y="4160"/>
                        <a:pt x="217" y="4188"/>
                      </a:cubicBezTo>
                      <a:cubicBezTo>
                        <a:pt x="255" y="4203"/>
                        <a:pt x="293" y="4209"/>
                        <a:pt x="331" y="4209"/>
                      </a:cubicBezTo>
                      <a:cubicBezTo>
                        <a:pt x="427" y="4209"/>
                        <a:pt x="519" y="4165"/>
                        <a:pt x="597" y="4106"/>
                      </a:cubicBezTo>
                      <a:cubicBezTo>
                        <a:pt x="679" y="3998"/>
                        <a:pt x="760" y="3889"/>
                        <a:pt x="787" y="3754"/>
                      </a:cubicBezTo>
                      <a:cubicBezTo>
                        <a:pt x="1167" y="2967"/>
                        <a:pt x="1492" y="2208"/>
                        <a:pt x="1818" y="1394"/>
                      </a:cubicBezTo>
                      <a:cubicBezTo>
                        <a:pt x="1899" y="1150"/>
                        <a:pt x="1981" y="906"/>
                        <a:pt x="1981" y="661"/>
                      </a:cubicBezTo>
                      <a:cubicBezTo>
                        <a:pt x="1981" y="341"/>
                        <a:pt x="1768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fbf7e4">
                    <a:alpha val="23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56160" bIns="56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18" name="Google Shape;1696;p49"/>
              <p:cNvGrpSpPr/>
              <p:nvPr/>
            </p:nvGrpSpPr>
            <p:grpSpPr>
              <a:xfrm>
                <a:off x="5937480" y="2820240"/>
                <a:ext cx="165960" cy="96840"/>
                <a:chOff x="5937480" y="2820240"/>
                <a:chExt cx="165960" cy="96840"/>
              </a:xfrm>
            </p:grpSpPr>
            <p:sp>
              <p:nvSpPr>
                <p:cNvPr id="619" name="Google Shape;1697;p49"/>
                <p:cNvSpPr/>
                <p:nvPr/>
              </p:nvSpPr>
              <p:spPr>
                <a:xfrm>
                  <a:off x="5937480" y="2820240"/>
                  <a:ext cx="165960" cy="96840"/>
                </a:xfrm>
                <a:custGeom>
                  <a:avLst/>
                  <a:gdLst>
                    <a:gd name="textAreaLeft" fmla="*/ 0 w 165960"/>
                    <a:gd name="textAreaRight" fmla="*/ 166320 w 165960"/>
                    <a:gd name="textAreaTop" fmla="*/ 0 h 96840"/>
                    <a:gd name="textAreaBottom" fmla="*/ 97200 h 96840"/>
                  </a:gdLst>
                  <a:ahLst/>
                  <a:cxnLst/>
                  <a:rect l="textAreaLeft" t="textAreaTop" r="textAreaRight" b="textAreaBottom"/>
                  <a:pathLst>
                    <a:path w="6212" h="3637">
                      <a:moveTo>
                        <a:pt x="5445" y="0"/>
                      </a:moveTo>
                      <a:cubicBezTo>
                        <a:pt x="5429" y="0"/>
                        <a:pt x="5414" y="1"/>
                        <a:pt x="5398" y="2"/>
                      </a:cubicBezTo>
                      <a:lnTo>
                        <a:pt x="760" y="137"/>
                      </a:lnTo>
                      <a:cubicBezTo>
                        <a:pt x="353" y="191"/>
                        <a:pt x="1" y="517"/>
                        <a:pt x="1" y="951"/>
                      </a:cubicBezTo>
                      <a:lnTo>
                        <a:pt x="1" y="2850"/>
                      </a:lnTo>
                      <a:cubicBezTo>
                        <a:pt x="1" y="3311"/>
                        <a:pt x="353" y="3636"/>
                        <a:pt x="787" y="3636"/>
                      </a:cubicBezTo>
                      <a:lnTo>
                        <a:pt x="5371" y="3636"/>
                      </a:lnTo>
                      <a:cubicBezTo>
                        <a:pt x="5778" y="3636"/>
                        <a:pt x="6131" y="3311"/>
                        <a:pt x="6131" y="2850"/>
                      </a:cubicBezTo>
                      <a:lnTo>
                        <a:pt x="6212" y="815"/>
                      </a:lnTo>
                      <a:cubicBezTo>
                        <a:pt x="6212" y="370"/>
                        <a:pt x="5883" y="0"/>
                        <a:pt x="544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8600" bIns="486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0" name="Google Shape;1698;p49"/>
                <p:cNvSpPr/>
                <p:nvPr/>
              </p:nvSpPr>
              <p:spPr>
                <a:xfrm>
                  <a:off x="5956560" y="2843640"/>
                  <a:ext cx="1800" cy="51840"/>
                </a:xfrm>
                <a:custGeom>
                  <a:avLst/>
                  <a:gdLst>
                    <a:gd name="textAreaLeft" fmla="*/ 0 w 1800"/>
                    <a:gd name="textAreaRight" fmla="*/ 2160 w 180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fill="none" w="83" h="1954">
                      <a:moveTo>
                        <a:pt x="82" y="1"/>
                      </a:moveTo>
                      <a:cubicBezTo>
                        <a:pt x="55" y="624"/>
                        <a:pt x="55" y="1303"/>
                        <a:pt x="1" y="1954"/>
                      </a:cubicBezTo>
                    </a:path>
                  </a:pathLst>
                </a:custGeom>
                <a:noFill/>
                <a:ln cap="rnd" w="12200">
                  <a:solidFill>
                    <a:srgbClr val="17350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25920" bIns="2592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1" name="Google Shape;1699;p49"/>
                <p:cNvSpPr/>
                <p:nvPr/>
              </p:nvSpPr>
              <p:spPr>
                <a:xfrm>
                  <a:off x="5984640" y="2843640"/>
                  <a:ext cx="360" cy="51840"/>
                </a:xfrm>
                <a:custGeom>
                  <a:avLst/>
                  <a:gdLst>
                    <a:gd name="textAreaLeft" fmla="*/ 0 w 360"/>
                    <a:gd name="textAreaRight" fmla="*/ 720 w 36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fill="none" w="1" h="1954">
                      <a:moveTo>
                        <a:pt x="1" y="1"/>
                      </a:moveTo>
                      <a:lnTo>
                        <a:pt x="1" y="1954"/>
                      </a:lnTo>
                    </a:path>
                  </a:pathLst>
                </a:custGeom>
                <a:noFill/>
                <a:ln cap="rnd" w="12200">
                  <a:solidFill>
                    <a:srgbClr val="17350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25920" bIns="2592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2" name="Google Shape;1700;p49"/>
                <p:cNvSpPr/>
                <p:nvPr/>
              </p:nvSpPr>
              <p:spPr>
                <a:xfrm>
                  <a:off x="6013800" y="2842200"/>
                  <a:ext cx="360" cy="56160"/>
                </a:xfrm>
                <a:custGeom>
                  <a:avLst/>
                  <a:gdLst>
                    <a:gd name="textAreaLeft" fmla="*/ 0 w 360"/>
                    <a:gd name="textAreaRight" fmla="*/ 720 w 36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fill="none" w="1" h="2116">
                      <a:moveTo>
                        <a:pt x="1" y="0"/>
                      </a:moveTo>
                      <a:lnTo>
                        <a:pt x="1" y="2116"/>
                      </a:lnTo>
                    </a:path>
                  </a:pathLst>
                </a:custGeom>
                <a:noFill/>
                <a:ln cap="rnd" w="12200">
                  <a:solidFill>
                    <a:srgbClr val="17350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28080" bIns="280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3" name="Google Shape;1701;p49"/>
                <p:cNvSpPr/>
                <p:nvPr/>
              </p:nvSpPr>
              <p:spPr>
                <a:xfrm>
                  <a:off x="6039360" y="2841480"/>
                  <a:ext cx="2520" cy="58320"/>
                </a:xfrm>
                <a:custGeom>
                  <a:avLst/>
                  <a:gdLst>
                    <a:gd name="textAreaLeft" fmla="*/ 0 w 2520"/>
                    <a:gd name="textAreaRight" fmla="*/ 2880 w 2520"/>
                    <a:gd name="textAreaTop" fmla="*/ 0 h 58320"/>
                    <a:gd name="textAreaBottom" fmla="*/ 58680 h 58320"/>
                  </a:gdLst>
                  <a:ahLst/>
                  <a:cxnLst/>
                  <a:rect l="textAreaLeft" t="textAreaTop" r="textAreaRight" b="textAreaBottom"/>
                  <a:pathLst>
                    <a:path fill="none" w="110" h="2198">
                      <a:moveTo>
                        <a:pt x="109" y="0"/>
                      </a:moveTo>
                      <a:cubicBezTo>
                        <a:pt x="82" y="760"/>
                        <a:pt x="28" y="1465"/>
                        <a:pt x="1" y="2197"/>
                      </a:cubicBezTo>
                    </a:path>
                  </a:pathLst>
                </a:custGeom>
                <a:noFill/>
                <a:ln cap="rnd" w="12200">
                  <a:solidFill>
                    <a:srgbClr val="17350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29160" bIns="29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4" name="Google Shape;1702;p49"/>
                <p:cNvSpPr/>
                <p:nvPr/>
              </p:nvSpPr>
              <p:spPr>
                <a:xfrm>
                  <a:off x="6071760" y="2838600"/>
                  <a:ext cx="360" cy="59760"/>
                </a:xfrm>
                <a:custGeom>
                  <a:avLst/>
                  <a:gdLst>
                    <a:gd name="textAreaLeft" fmla="*/ 0 w 360"/>
                    <a:gd name="textAreaRight" fmla="*/ 720 w 360"/>
                    <a:gd name="textAreaTop" fmla="*/ 0 h 59760"/>
                    <a:gd name="textAreaBottom" fmla="*/ 60120 h 59760"/>
                  </a:gdLst>
                  <a:ahLst/>
                  <a:cxnLst/>
                  <a:rect l="textAreaLeft" t="textAreaTop" r="textAreaRight" b="textAreaBottom"/>
                  <a:pathLst>
                    <a:path fill="none" w="28" h="2252">
                      <a:moveTo>
                        <a:pt x="28" y="1"/>
                      </a:moveTo>
                      <a:cubicBezTo>
                        <a:pt x="28" y="760"/>
                        <a:pt x="1" y="1493"/>
                        <a:pt x="1" y="2252"/>
                      </a:cubicBezTo>
                    </a:path>
                  </a:pathLst>
                </a:custGeom>
                <a:noFill/>
                <a:ln cap="rnd" w="12200">
                  <a:solidFill>
                    <a:srgbClr val="17350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29880" bIns="298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ealthy Nutrition Coach Portfolio by Slidesgo">
  <a:themeElements>
    <a:clrScheme name="Simple Light">
      <a:dk1>
        <a:srgbClr val="173505"/>
      </a:dk1>
      <a:lt1>
        <a:srgbClr val="fbf7e4"/>
      </a:lt1>
      <a:dk2>
        <a:srgbClr val="f5f1cd"/>
      </a:dk2>
      <a:lt2>
        <a:srgbClr val="ffc95c"/>
      </a:lt2>
      <a:accent1>
        <a:srgbClr val="ef9821"/>
      </a:accent1>
      <a:accent2>
        <a:srgbClr val="f46b24"/>
      </a:accent2>
      <a:accent3>
        <a:srgbClr val="c92e52"/>
      </a:accent3>
      <a:accent4>
        <a:srgbClr val="96ae6d"/>
      </a:accent4>
      <a:accent5>
        <a:srgbClr val="7c9853"/>
      </a:accent5>
      <a:accent6>
        <a:srgbClr val="425422"/>
      </a:accent6>
      <a:hlink>
        <a:srgbClr val="173505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ealthy Nutrition Coach Portfolio by Slidesgo">
  <a:themeElements>
    <a:clrScheme name="Simple Light">
      <a:dk1>
        <a:srgbClr val="173505"/>
      </a:dk1>
      <a:lt1>
        <a:srgbClr val="fbf7e4"/>
      </a:lt1>
      <a:dk2>
        <a:srgbClr val="f5f1cd"/>
      </a:dk2>
      <a:lt2>
        <a:srgbClr val="ffc95c"/>
      </a:lt2>
      <a:accent1>
        <a:srgbClr val="ef9821"/>
      </a:accent1>
      <a:accent2>
        <a:srgbClr val="f46b24"/>
      </a:accent2>
      <a:accent3>
        <a:srgbClr val="c92e52"/>
      </a:accent3>
      <a:accent4>
        <a:srgbClr val="96ae6d"/>
      </a:accent4>
      <a:accent5>
        <a:srgbClr val="7c9853"/>
      </a:accent5>
      <a:accent6>
        <a:srgbClr val="425422"/>
      </a:accent6>
      <a:hlink>
        <a:srgbClr val="173505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2026-06-01T17:36:18Z</dcterms:created>
  <dc:creator>Unknown Creator</dc:creator>
  <dc:description/>
  <dc:language>en-US</dc:language>
  <cp:lastModifiedBy>Unknown Creator</cp:lastModifiedBy>
  <dcterms:modified xsi:type="dcterms:W3CDTF">2026-06-01T17:36:18Z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